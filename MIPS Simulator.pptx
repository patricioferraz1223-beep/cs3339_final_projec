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Fjalla One"/>
      <p:regular r:id="rId21"/>
    </p:embeddedFont>
    <p:embeddedFont>
      <p:font typeface="Barlow Semi Condensed Medium"/>
      <p:regular r:id="rId22"/>
      <p:bold r:id="rId23"/>
      <p:italic r:id="rId24"/>
      <p:boldItalic r:id="rId25"/>
    </p:embeddedFont>
    <p:embeddedFont>
      <p:font typeface="Noto Sans Symbols"/>
      <p:regular r:id="rId26"/>
      <p:bold r:id="rId27"/>
    </p:embeddedFont>
    <p:embeddedFont>
      <p:font typeface="Barlow Semi Condense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BarlowSemiCondensedMedium-regular.fntdata"/><Relationship Id="rId21" Type="http://schemas.openxmlformats.org/officeDocument/2006/relationships/font" Target="fonts/FjallaOne-regular.fntdata"/><Relationship Id="rId24" Type="http://schemas.openxmlformats.org/officeDocument/2006/relationships/font" Target="fonts/BarlowSemiCondensedMedium-italic.fntdata"/><Relationship Id="rId23" Type="http://schemas.openxmlformats.org/officeDocument/2006/relationships/font" Target="fonts/BarlowSemiCondensed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NotoSansSymbols-regular.fntdata"/><Relationship Id="rId25" Type="http://schemas.openxmlformats.org/officeDocument/2006/relationships/font" Target="fonts/BarlowSemiCondensedMedium-boldItalic.fntdata"/><Relationship Id="rId28" Type="http://schemas.openxmlformats.org/officeDocument/2006/relationships/font" Target="fonts/BarlowSemiCondensed-regular.fntdata"/><Relationship Id="rId27" Type="http://schemas.openxmlformats.org/officeDocument/2006/relationships/font" Target="fonts/NotoSansSymbol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SemiCondense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SemiCondensed-boldItalic.fntdata"/><Relationship Id="rId30" Type="http://schemas.openxmlformats.org/officeDocument/2006/relationships/font" Target="fonts/BarlowSemiCondense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MOJI</a:t>
            </a:r>
            <a:endParaRPr/>
          </a:p>
        </p:txBody>
      </p:sp>
      <p:sp>
        <p:nvSpPr>
          <p:cNvPr id="1600" name="Google Shape;16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MOJI</a:t>
            </a:r>
            <a:endParaRPr/>
          </a:p>
        </p:txBody>
      </p:sp>
      <p:sp>
        <p:nvSpPr>
          <p:cNvPr id="1800" name="Google Shape;18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MOJI</a:t>
            </a:r>
            <a:endParaRPr/>
          </a:p>
        </p:txBody>
      </p:sp>
      <p:sp>
        <p:nvSpPr>
          <p:cNvPr id="1820" name="Google Shape;18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3e0519e0bc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</a:t>
            </a:r>
            <a:endParaRPr/>
          </a:p>
        </p:txBody>
      </p:sp>
      <p:sp>
        <p:nvSpPr>
          <p:cNvPr id="1826" name="Google Shape;1826;g3e0519e0bc3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g3e057699df6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2" name="Google Shape;1832;g3e057699df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MOJI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3e0519e0bc3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3e0519e0bc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PATRICIO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3e0519e0bc3_2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7" name="Google Shape;1847;g3e0519e0bc3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PATRICIO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g3e057699df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3e057699df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MOJI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g3d8cb5da9d4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1" name="Google Shape;1861;g3d8cb5da9d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3d8cb5da9d4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3d8cb5da9d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MOJI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3e0519e0b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</a:t>
            </a:r>
            <a:endParaRPr/>
          </a:p>
        </p:txBody>
      </p:sp>
      <p:sp>
        <p:nvSpPr>
          <p:cNvPr id="1879" name="Google Shape;1879;g3e0519e0bc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e0519e0bc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</a:t>
            </a:r>
            <a:endParaRPr/>
          </a:p>
        </p:txBody>
      </p:sp>
      <p:sp>
        <p:nvSpPr>
          <p:cNvPr id="1886" name="Google Shape;1886;g3e0519e0bc3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g3d8e923fd4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</a:t>
            </a:r>
            <a:endParaRPr/>
          </a:p>
        </p:txBody>
      </p:sp>
      <p:sp>
        <p:nvSpPr>
          <p:cNvPr id="1892" name="Google Shape;1892;g3d8e923fd44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3e057699df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MOJI</a:t>
            </a:r>
            <a:endParaRPr/>
          </a:p>
        </p:txBody>
      </p:sp>
      <p:sp>
        <p:nvSpPr>
          <p:cNvPr id="1899" name="Google Shape;1899;g3e057699df6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reepik.com/" TargetMode="External"/><Relationship Id="rId4" Type="http://schemas.openxmlformats.org/officeDocument/2006/relationships/hyperlink" Target="https://stories.freepik.com/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title"/>
          </p:nvPr>
        </p:nvSpPr>
        <p:spPr>
          <a:xfrm>
            <a:off x="4572000" y="1850040"/>
            <a:ext cx="4088520" cy="1791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8" name="Google Shape;8;p2"/>
          <p:cNvCxnSpPr/>
          <p:nvPr/>
        </p:nvCxnSpPr>
        <p:spPr>
          <a:xfrm flipH="1">
            <a:off x="5826960" y="451080"/>
            <a:ext cx="1672920" cy="1263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" name="Google Shape;9;p2"/>
          <p:cNvCxnSpPr/>
          <p:nvPr/>
        </p:nvCxnSpPr>
        <p:spPr>
          <a:xfrm rot="10800000">
            <a:off x="7512840" y="457560"/>
            <a:ext cx="829800" cy="7437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" name="Google Shape;10;p2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" name="Google Shape;11;p2"/>
          <p:cNvGrpSpPr/>
          <p:nvPr/>
        </p:nvGrpSpPr>
        <p:grpSpPr>
          <a:xfrm>
            <a:off x="8064360" y="887760"/>
            <a:ext cx="581400" cy="582120"/>
            <a:chOff x="8064360" y="887760"/>
            <a:chExt cx="581400" cy="582120"/>
          </a:xfrm>
        </p:grpSpPr>
        <p:sp>
          <p:nvSpPr>
            <p:cNvPr id="12" name="Google Shape;12;p2"/>
            <p:cNvSpPr/>
            <p:nvPr/>
          </p:nvSpPr>
          <p:spPr>
            <a:xfrm>
              <a:off x="8068680" y="89280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064360" y="88776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141040" y="96516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136720" y="96048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219880" y="104400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15200" y="103932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19" name="Google Shape;19;p2"/>
            <p:cNvSpPr/>
            <p:nvPr/>
          </p:nvSpPr>
          <p:spPr>
            <a:xfrm>
              <a:off x="7358040" y="32112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353000" y="31644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419960" y="3830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15640" y="37872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3" name="Google Shape;23;p2"/>
          <p:cNvSpPr/>
          <p:nvPr/>
        </p:nvSpPr>
        <p:spPr>
          <a:xfrm>
            <a:off x="5690520" y="425880"/>
            <a:ext cx="288360" cy="288000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5688360" y="423360"/>
            <a:ext cx="292680" cy="293040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727240" y="462240"/>
            <a:ext cx="215280" cy="214920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724720" y="459720"/>
            <a:ext cx="219600" cy="21996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766480" y="501840"/>
            <a:ext cx="135720" cy="135720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025" lIns="91425" spcFirstLastPara="1" rIns="91425" wrap="square" tIns="68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764320" y="499680"/>
            <a:ext cx="140760" cy="140400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70200" lIns="91425" spcFirstLastPara="1" rIns="91425" wrap="square" tIns="70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9" name="Google Shape;29;p2"/>
          <p:cNvGrpSpPr/>
          <p:nvPr/>
        </p:nvGrpSpPr>
        <p:grpSpPr>
          <a:xfrm>
            <a:off x="5443200" y="289440"/>
            <a:ext cx="174960" cy="26640"/>
            <a:chOff x="5443200" y="289440"/>
            <a:chExt cx="174960" cy="26640"/>
          </a:xfrm>
        </p:grpSpPr>
        <p:sp>
          <p:nvSpPr>
            <p:cNvPr id="30" name="Google Shape;30;p2"/>
            <p:cNvSpPr/>
            <p:nvPr/>
          </p:nvSpPr>
          <p:spPr>
            <a:xfrm>
              <a:off x="544320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51736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59152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3" name="Google Shape;33;p2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34" name="Google Shape;34;p2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7" name="Google Shape;37;p2"/>
          <p:cNvGrpSpPr/>
          <p:nvPr/>
        </p:nvGrpSpPr>
        <p:grpSpPr>
          <a:xfrm>
            <a:off x="8068680" y="1581840"/>
            <a:ext cx="174600" cy="26640"/>
            <a:chOff x="8068680" y="1581840"/>
            <a:chExt cx="174600" cy="26640"/>
          </a:xfrm>
        </p:grpSpPr>
        <p:sp>
          <p:nvSpPr>
            <p:cNvPr id="38" name="Google Shape;38;p2"/>
            <p:cNvSpPr/>
            <p:nvPr/>
          </p:nvSpPr>
          <p:spPr>
            <a:xfrm>
              <a:off x="80686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1428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2166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1" name="Google Shape;41;p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" type="blank">
  <p:cSld name="BLANK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3"/>
          <p:cNvSpPr/>
          <p:nvPr/>
        </p:nvSpPr>
        <p:spPr>
          <a:xfrm>
            <a:off x="2097360" y="3664080"/>
            <a:ext cx="4945320" cy="762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b="0" i="0" lang="en-US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/>
              </a:rPr>
              <a:t>Slidesgo</a:t>
            </a:r>
            <a:r>
              <a:rPr b="0" i="0" lang="en-US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icons, infographics &amp; images by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/>
              </a:rPr>
              <a:t>Freepik</a:t>
            </a:r>
            <a:r>
              <a:rPr b="0" i="0" lang="en-US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/>
              </a:rPr>
              <a:t>Stories</a:t>
            </a:r>
            <a:endParaRPr b="0" i="0" sz="11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45" name="Google Shape;45;p3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3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3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" name="Google Shape;48;p3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9" name="Google Shape;49;p3"/>
          <p:cNvGrpSpPr/>
          <p:nvPr/>
        </p:nvGrpSpPr>
        <p:grpSpPr>
          <a:xfrm>
            <a:off x="7407360" y="1284480"/>
            <a:ext cx="582120" cy="581400"/>
            <a:chOff x="7407360" y="1284480"/>
            <a:chExt cx="582120" cy="581400"/>
          </a:xfrm>
        </p:grpSpPr>
        <p:sp>
          <p:nvSpPr>
            <p:cNvPr id="50" name="Google Shape;50;p3"/>
            <p:cNvSpPr/>
            <p:nvPr/>
          </p:nvSpPr>
          <p:spPr>
            <a:xfrm flipH="1" rot="5400000">
              <a:off x="7412040" y="128952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 flipH="1" rot="5400000">
              <a:off x="7407720" y="128412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 flipH="1" rot="5400000">
              <a:off x="7484760" y="136260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" name="Google Shape;53;p3"/>
            <p:cNvSpPr/>
            <p:nvPr/>
          </p:nvSpPr>
          <p:spPr>
            <a:xfrm flipH="1" rot="5400000">
              <a:off x="7480080" y="135648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 flipH="1" rot="5400000">
              <a:off x="7563240" y="144108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 flipH="1" rot="5400000">
              <a:off x="7558560" y="143604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57" name="Google Shape;57;p3"/>
            <p:cNvSpPr/>
            <p:nvPr/>
          </p:nvSpPr>
          <p:spPr>
            <a:xfrm flipH="1" rot="5400000">
              <a:off x="7874640" y="275904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 flipH="1" rot="5400000">
              <a:off x="7869960" y="275400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 flipH="1" rot="5400000">
              <a:off x="7937280" y="282060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 flipH="1" rot="5400000">
              <a:off x="7932240" y="281556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1" name="Google Shape;61;p3"/>
          <p:cNvGrpSpPr/>
          <p:nvPr/>
        </p:nvGrpSpPr>
        <p:grpSpPr>
          <a:xfrm>
            <a:off x="8012880" y="177480"/>
            <a:ext cx="174600" cy="174600"/>
            <a:chOff x="8012880" y="177480"/>
            <a:chExt cx="174600" cy="174600"/>
          </a:xfrm>
        </p:grpSpPr>
        <p:sp>
          <p:nvSpPr>
            <p:cNvPr id="62" name="Google Shape;62;p3"/>
            <p:cNvSpPr/>
            <p:nvPr/>
          </p:nvSpPr>
          <p:spPr>
            <a:xfrm flipH="1" rot="5400000">
              <a:off x="8016840" y="18252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 flipH="1" rot="5400000">
              <a:off x="8012880" y="17748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 flipH="1" rot="5400000">
              <a:off x="8053560" y="21888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 flipH="1" rot="5400000">
              <a:off x="8048880" y="21492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6" name="Google Shape;66;p3"/>
          <p:cNvGrpSpPr/>
          <p:nvPr/>
        </p:nvGrpSpPr>
        <p:grpSpPr>
          <a:xfrm>
            <a:off x="7551540" y="3880260"/>
            <a:ext cx="293040" cy="292680"/>
            <a:chOff x="7551540" y="3880260"/>
            <a:chExt cx="293040" cy="292680"/>
          </a:xfrm>
        </p:grpSpPr>
        <p:sp>
          <p:nvSpPr>
            <p:cNvPr id="67" name="Google Shape;67;p3"/>
            <p:cNvSpPr/>
            <p:nvPr/>
          </p:nvSpPr>
          <p:spPr>
            <a:xfrm flipH="1" rot="5400000">
              <a:off x="7553880" y="388260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 flipH="1" rot="5400000">
              <a:off x="7551720" y="388008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 flipH="1" rot="5400000">
              <a:off x="7589520" y="391932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flipH="1" rot="5400000">
              <a:off x="7587360" y="391680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flipH="1" rot="5400000">
              <a:off x="7629480" y="395928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flipH="1" rot="5400000">
              <a:off x="7627680" y="395640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74" name="Google Shape;74;p3"/>
            <p:cNvSpPr/>
            <p:nvPr/>
          </p:nvSpPr>
          <p:spPr>
            <a:xfrm flipH="1" rot="5400000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flipH="1" rot="5400000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flipH="1" rot="5400000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77" name="Google Shape;77;p3"/>
          <p:cNvCxnSpPr/>
          <p:nvPr/>
        </p:nvCxnSpPr>
        <p:spPr>
          <a:xfrm rot="10800000">
            <a:off x="1513800" y="1824840"/>
            <a:ext cx="126360" cy="167292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3"/>
          <p:cNvCxnSpPr/>
          <p:nvPr/>
        </p:nvCxnSpPr>
        <p:spPr>
          <a:xfrm flipH="1" rot="10800000">
            <a:off x="889920" y="3510720"/>
            <a:ext cx="743760" cy="82980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" name="Google Shape;79;p3"/>
          <p:cNvCxnSpPr/>
          <p:nvPr/>
        </p:nvCxnSpPr>
        <p:spPr>
          <a:xfrm rot="10800000">
            <a:off x="909720" y="4347000"/>
            <a:ext cx="1188360" cy="79668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0" name="Google Shape;80;p3"/>
          <p:cNvGrpSpPr/>
          <p:nvPr/>
        </p:nvGrpSpPr>
        <p:grpSpPr>
          <a:xfrm>
            <a:off x="621000" y="4062240"/>
            <a:ext cx="582120" cy="581400"/>
            <a:chOff x="621000" y="4062240"/>
            <a:chExt cx="582120" cy="581400"/>
          </a:xfrm>
        </p:grpSpPr>
        <p:sp>
          <p:nvSpPr>
            <p:cNvPr id="81" name="Google Shape;81;p3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" name="Google Shape;83;p3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7" name="Google Shape;87;p3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88" name="Google Shape;88;p3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2" name="Google Shape;92;p3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93" name="Google Shape;93;p3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7" name="Google Shape;97;p3"/>
          <p:cNvSpPr/>
          <p:nvPr/>
        </p:nvSpPr>
        <p:spPr>
          <a:xfrm rot="5400000">
            <a:off x="1377360" y="1688760"/>
            <a:ext cx="288360" cy="288000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8" name="Google Shape;98;p3"/>
          <p:cNvSpPr/>
          <p:nvPr/>
        </p:nvSpPr>
        <p:spPr>
          <a:xfrm rot="5400000">
            <a:off x="1375200" y="1685880"/>
            <a:ext cx="292680" cy="293040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9" name="Google Shape;99;p3"/>
          <p:cNvSpPr/>
          <p:nvPr/>
        </p:nvSpPr>
        <p:spPr>
          <a:xfrm rot="5400000">
            <a:off x="1413720" y="1725120"/>
            <a:ext cx="215280" cy="214920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0" name="Google Shape;100;p3"/>
          <p:cNvSpPr/>
          <p:nvPr/>
        </p:nvSpPr>
        <p:spPr>
          <a:xfrm rot="5400000">
            <a:off x="1411560" y="1722600"/>
            <a:ext cx="219600" cy="21996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1" name="Google Shape;101;p3"/>
          <p:cNvSpPr/>
          <p:nvPr/>
        </p:nvSpPr>
        <p:spPr>
          <a:xfrm rot="5400000">
            <a:off x="1453680" y="1764720"/>
            <a:ext cx="135720" cy="135720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>
            <a:noFill/>
          </a:ln>
        </p:spPr>
        <p:txBody>
          <a:bodyPr anchorCtr="0" anchor="ctr" bIns="68025" lIns="91425" spcFirstLastPara="1" rIns="91425" wrap="square" tIns="68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2" name="Google Shape;102;p3"/>
          <p:cNvSpPr/>
          <p:nvPr/>
        </p:nvSpPr>
        <p:spPr>
          <a:xfrm rot="5400000">
            <a:off x="1451160" y="1762560"/>
            <a:ext cx="140760" cy="140400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70200" lIns="91425" spcFirstLastPara="1" rIns="91425" wrap="square" tIns="70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03" name="Google Shape;103;p3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104" name="Google Shape;104;p3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7" name="Google Shape;107;p3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108" name="Google Shape;108;p3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1" name="Google Shape;111;p3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112" name="Google Shape;112;p3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type="title"/>
          </p:nvPr>
        </p:nvSpPr>
        <p:spPr>
          <a:xfrm>
            <a:off x="2825640" y="704160"/>
            <a:ext cx="3483720" cy="5666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8" name="Google Shape;118;p4"/>
          <p:cNvSpPr txBox="1"/>
          <p:nvPr>
            <p:ph idx="2" type="title"/>
          </p:nvPr>
        </p:nvSpPr>
        <p:spPr>
          <a:xfrm>
            <a:off x="2825640" y="2185560"/>
            <a:ext cx="3483720" cy="5666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9" name="Google Shape;119;p4"/>
          <p:cNvSpPr txBox="1"/>
          <p:nvPr>
            <p:ph idx="3" type="title"/>
          </p:nvPr>
        </p:nvSpPr>
        <p:spPr>
          <a:xfrm>
            <a:off x="2825640" y="3648600"/>
            <a:ext cx="3483720" cy="5666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120" name="Google Shape;120;p4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4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4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" name="Google Shape;124;p4"/>
          <p:cNvGrpSpPr/>
          <p:nvPr/>
        </p:nvGrpSpPr>
        <p:grpSpPr>
          <a:xfrm>
            <a:off x="7407360" y="1284480"/>
            <a:ext cx="582120" cy="581400"/>
            <a:chOff x="7407360" y="1284480"/>
            <a:chExt cx="582120" cy="581400"/>
          </a:xfrm>
        </p:grpSpPr>
        <p:sp>
          <p:nvSpPr>
            <p:cNvPr id="125" name="Google Shape;125;p4"/>
            <p:cNvSpPr/>
            <p:nvPr/>
          </p:nvSpPr>
          <p:spPr>
            <a:xfrm flipH="1" rot="5400000">
              <a:off x="7412040" y="128952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 flipH="1" rot="5400000">
              <a:off x="7407720" y="128412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" name="Google Shape;127;p4"/>
            <p:cNvSpPr/>
            <p:nvPr/>
          </p:nvSpPr>
          <p:spPr>
            <a:xfrm flipH="1" rot="5400000">
              <a:off x="7484760" y="136260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 flipH="1" rot="5400000">
              <a:off x="7480080" y="135648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 flipH="1" rot="5400000">
              <a:off x="7563240" y="144108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 flipH="1" rot="5400000">
              <a:off x="7558560" y="143604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31" name="Google Shape;131;p4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132" name="Google Shape;132;p4"/>
            <p:cNvSpPr/>
            <p:nvPr/>
          </p:nvSpPr>
          <p:spPr>
            <a:xfrm flipH="1" rot="5400000">
              <a:off x="7874640" y="275904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 flipH="1" rot="5400000">
              <a:off x="7869960" y="275400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 flipH="1" rot="5400000">
              <a:off x="7937280" y="282060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 flipH="1" rot="5400000">
              <a:off x="7932240" y="281556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36" name="Google Shape;136;p4"/>
          <p:cNvGrpSpPr/>
          <p:nvPr/>
        </p:nvGrpSpPr>
        <p:grpSpPr>
          <a:xfrm>
            <a:off x="8012880" y="177480"/>
            <a:ext cx="174600" cy="174600"/>
            <a:chOff x="8012880" y="177480"/>
            <a:chExt cx="174600" cy="174600"/>
          </a:xfrm>
        </p:grpSpPr>
        <p:sp>
          <p:nvSpPr>
            <p:cNvPr id="137" name="Google Shape;137;p4"/>
            <p:cNvSpPr/>
            <p:nvPr/>
          </p:nvSpPr>
          <p:spPr>
            <a:xfrm flipH="1" rot="5400000">
              <a:off x="8016840" y="18252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 flipH="1" rot="5400000">
              <a:off x="8012880" y="17748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 flipH="1" rot="5400000">
              <a:off x="8053560" y="21888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 flipH="1" rot="5400000">
              <a:off x="8048880" y="21492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1" name="Google Shape;141;p4"/>
          <p:cNvGrpSpPr/>
          <p:nvPr/>
        </p:nvGrpSpPr>
        <p:grpSpPr>
          <a:xfrm>
            <a:off x="7551540" y="3880260"/>
            <a:ext cx="293040" cy="292680"/>
            <a:chOff x="7551540" y="3880260"/>
            <a:chExt cx="293040" cy="292680"/>
          </a:xfrm>
        </p:grpSpPr>
        <p:sp>
          <p:nvSpPr>
            <p:cNvPr id="142" name="Google Shape;142;p4"/>
            <p:cNvSpPr/>
            <p:nvPr/>
          </p:nvSpPr>
          <p:spPr>
            <a:xfrm flipH="1" rot="5400000">
              <a:off x="7553880" y="388260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 flipH="1" rot="5400000">
              <a:off x="7551720" y="388008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 flipH="1" rot="5400000">
              <a:off x="7589520" y="391932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" name="Google Shape;145;p4"/>
            <p:cNvSpPr/>
            <p:nvPr/>
          </p:nvSpPr>
          <p:spPr>
            <a:xfrm flipH="1" rot="5400000">
              <a:off x="7587360" y="391680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" name="Google Shape;146;p4"/>
            <p:cNvSpPr/>
            <p:nvPr/>
          </p:nvSpPr>
          <p:spPr>
            <a:xfrm flipH="1" rot="5400000">
              <a:off x="7629480" y="395928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" name="Google Shape;147;p4"/>
            <p:cNvSpPr/>
            <p:nvPr/>
          </p:nvSpPr>
          <p:spPr>
            <a:xfrm flipH="1" rot="5400000">
              <a:off x="7627680" y="395640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8" name="Google Shape;148;p4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149" name="Google Shape;149;p4"/>
            <p:cNvSpPr/>
            <p:nvPr/>
          </p:nvSpPr>
          <p:spPr>
            <a:xfrm flipH="1" rot="5400000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" name="Google Shape;150;p4"/>
            <p:cNvSpPr/>
            <p:nvPr/>
          </p:nvSpPr>
          <p:spPr>
            <a:xfrm flipH="1" rot="5400000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 flipH="1" rot="5400000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152" name="Google Shape;152;p4"/>
          <p:cNvCxnSpPr/>
          <p:nvPr/>
        </p:nvCxnSpPr>
        <p:spPr>
          <a:xfrm rot="10800000">
            <a:off x="1513800" y="1824840"/>
            <a:ext cx="126360" cy="167292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4"/>
          <p:cNvCxnSpPr/>
          <p:nvPr/>
        </p:nvCxnSpPr>
        <p:spPr>
          <a:xfrm flipH="1" rot="10800000">
            <a:off x="889920" y="3510720"/>
            <a:ext cx="743760" cy="82980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4"/>
          <p:cNvCxnSpPr/>
          <p:nvPr/>
        </p:nvCxnSpPr>
        <p:spPr>
          <a:xfrm rot="10800000">
            <a:off x="909720" y="4347000"/>
            <a:ext cx="1188360" cy="79668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5" name="Google Shape;155;p4"/>
          <p:cNvGrpSpPr/>
          <p:nvPr/>
        </p:nvGrpSpPr>
        <p:grpSpPr>
          <a:xfrm>
            <a:off x="621000" y="4062240"/>
            <a:ext cx="582120" cy="581400"/>
            <a:chOff x="621000" y="4062240"/>
            <a:chExt cx="582120" cy="581400"/>
          </a:xfrm>
        </p:grpSpPr>
        <p:sp>
          <p:nvSpPr>
            <p:cNvPr id="156" name="Google Shape;156;p4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" name="Google Shape;159;p4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" name="Google Shape;160;p4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" name="Google Shape;161;p4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2" name="Google Shape;162;p4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163" name="Google Shape;163;p4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" name="Google Shape;164;p4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" name="Google Shape;165;p4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" name="Google Shape;166;p4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7" name="Google Shape;167;p4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168" name="Google Shape;168;p4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" name="Google Shape;169;p4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" name="Google Shape;170;p4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" name="Google Shape;171;p4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72" name="Google Shape;172;p4"/>
          <p:cNvSpPr/>
          <p:nvPr/>
        </p:nvSpPr>
        <p:spPr>
          <a:xfrm rot="5400000">
            <a:off x="1377360" y="1688760"/>
            <a:ext cx="288360" cy="288000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3" name="Google Shape;173;p4"/>
          <p:cNvSpPr/>
          <p:nvPr/>
        </p:nvSpPr>
        <p:spPr>
          <a:xfrm rot="5400000">
            <a:off x="1375200" y="1685880"/>
            <a:ext cx="292680" cy="293040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4" name="Google Shape;174;p4"/>
          <p:cNvSpPr/>
          <p:nvPr/>
        </p:nvSpPr>
        <p:spPr>
          <a:xfrm rot="5400000">
            <a:off x="1413720" y="1725120"/>
            <a:ext cx="215280" cy="214920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5" name="Google Shape;175;p4"/>
          <p:cNvSpPr/>
          <p:nvPr/>
        </p:nvSpPr>
        <p:spPr>
          <a:xfrm rot="5400000">
            <a:off x="1411560" y="1722600"/>
            <a:ext cx="219600" cy="21996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6" name="Google Shape;176;p4"/>
          <p:cNvSpPr/>
          <p:nvPr/>
        </p:nvSpPr>
        <p:spPr>
          <a:xfrm rot="5400000">
            <a:off x="1453680" y="1764720"/>
            <a:ext cx="135720" cy="135720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>
            <a:noFill/>
          </a:ln>
        </p:spPr>
        <p:txBody>
          <a:bodyPr anchorCtr="0" anchor="ctr" bIns="68025" lIns="91425" spcFirstLastPara="1" rIns="91425" wrap="square" tIns="68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7" name="Google Shape;177;p4"/>
          <p:cNvSpPr/>
          <p:nvPr/>
        </p:nvSpPr>
        <p:spPr>
          <a:xfrm rot="5400000">
            <a:off x="1451160" y="1762560"/>
            <a:ext cx="140760" cy="140400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70200" lIns="91425" spcFirstLastPara="1" rIns="91425" wrap="square" tIns="70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78" name="Google Shape;178;p4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179" name="Google Shape;179;p4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" name="Google Shape;180;p4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" name="Google Shape;181;p4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2" name="Google Shape;182;p4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183" name="Google Shape;183;p4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" name="Google Shape;184;p4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" name="Google Shape;185;p4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6" name="Google Shape;186;p4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187" name="Google Shape;187;p4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" name="Google Shape;188;p4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" name="Google Shape;189;p4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4">
  <p:cSld name="CUSTOM_14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5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5"/>
          <p:cNvSpPr txBox="1"/>
          <p:nvPr>
            <p:ph type="title"/>
          </p:nvPr>
        </p:nvSpPr>
        <p:spPr>
          <a:xfrm>
            <a:off x="2208240" y="342720"/>
            <a:ext cx="47275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193" name="Google Shape;193;p5"/>
          <p:cNvCxnSpPr/>
          <p:nvPr/>
        </p:nvCxnSpPr>
        <p:spPr>
          <a:xfrm flipH="1" rot="10800000">
            <a:off x="0" y="4332240"/>
            <a:ext cx="590760" cy="66456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4" name="Google Shape;194;p5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195" name="Google Shape;195;p5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" name="Google Shape;196;p5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" name="Google Shape;197;p5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" name="Google Shape;198;p5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9" name="Google Shape;199;p5"/>
          <p:cNvGrpSpPr/>
          <p:nvPr/>
        </p:nvGrpSpPr>
        <p:grpSpPr>
          <a:xfrm>
            <a:off x="1074960" y="4604760"/>
            <a:ext cx="292680" cy="293040"/>
            <a:chOff x="1074960" y="4604760"/>
            <a:chExt cx="292680" cy="293040"/>
          </a:xfrm>
        </p:grpSpPr>
        <p:sp>
          <p:nvSpPr>
            <p:cNvPr id="200" name="Google Shape;200;p5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" name="Google Shape;201;p5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" name="Google Shape;202;p5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" name="Google Shape;203;p5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" name="Google Shape;204;p5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" name="Google Shape;205;p5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206" name="Google Shape;206;p5"/>
          <p:cNvCxnSpPr/>
          <p:nvPr/>
        </p:nvCxnSpPr>
        <p:spPr>
          <a:xfrm rot="10800000">
            <a:off x="7196760" y="294840"/>
            <a:ext cx="1157400" cy="54324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5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8" name="Google Shape;208;p5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209" name="Google Shape;209;p5"/>
            <p:cNvSpPr/>
            <p:nvPr/>
          </p:nvSpPr>
          <p:spPr>
            <a:xfrm>
              <a:off x="8068680" y="53208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8064360" y="52704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8141040" y="60444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8136720" y="59940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8219880" y="68292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8215200" y="67860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15" name="Google Shape;215;p5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216" name="Google Shape;216;p5"/>
            <p:cNvSpPr/>
            <p:nvPr/>
          </p:nvSpPr>
          <p:spPr>
            <a:xfrm>
              <a:off x="7039080" y="17604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7034040" y="17100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7100640" y="23760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7096320" y="23328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221" name="Google Shape;221;p5"/>
            <p:cNvSpPr/>
            <p:nvPr/>
          </p:nvSpPr>
          <p:spPr>
            <a:xfrm>
              <a:off x="8762400" y="23472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8758080" y="22968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8799120" y="27108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8794080" y="26640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5" name="Google Shape;225;p5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26" name="Google Shape;226;p5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9" name="Google Shape;229;p5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230" name="Google Shape;230;p5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"/>
          <p:cNvSpPr txBox="1"/>
          <p:nvPr>
            <p:ph type="title"/>
          </p:nvPr>
        </p:nvSpPr>
        <p:spPr>
          <a:xfrm>
            <a:off x="723600" y="527040"/>
            <a:ext cx="769608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235" name="Google Shape;235;p6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6"/>
          <p:cNvCxnSpPr/>
          <p:nvPr/>
        </p:nvCxnSpPr>
        <p:spPr>
          <a:xfrm flipH="1" rot="10800000">
            <a:off x="0" y="4332240"/>
            <a:ext cx="590760" cy="6645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7" name="Google Shape;237;p6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238" name="Google Shape;238;p6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" name="Google Shape;239;p6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" name="Google Shape;240;p6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" name="Google Shape;241;p6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42" name="Google Shape;242;p6"/>
          <p:cNvGrpSpPr/>
          <p:nvPr/>
        </p:nvGrpSpPr>
        <p:grpSpPr>
          <a:xfrm>
            <a:off x="1074960" y="4604760"/>
            <a:ext cx="292680" cy="293040"/>
            <a:chOff x="1074960" y="4604760"/>
            <a:chExt cx="292680" cy="293040"/>
          </a:xfrm>
        </p:grpSpPr>
        <p:sp>
          <p:nvSpPr>
            <p:cNvPr id="243" name="Google Shape;243;p6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" name="Google Shape;244;p6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6" name="Google Shape;246;p6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" name="Google Shape;248;p6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249" name="Google Shape;249;p6"/>
          <p:cNvCxnSpPr/>
          <p:nvPr/>
        </p:nvCxnSpPr>
        <p:spPr>
          <a:xfrm rot="10800000">
            <a:off x="7196760" y="294840"/>
            <a:ext cx="1157400" cy="54324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6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1" name="Google Shape;251;p6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252" name="Google Shape;252;p6"/>
            <p:cNvSpPr/>
            <p:nvPr/>
          </p:nvSpPr>
          <p:spPr>
            <a:xfrm>
              <a:off x="8068680" y="53208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8064360" y="52704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8141040" y="60444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8136720" y="59940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8219880" y="68292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8215200" y="67860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58" name="Google Shape;258;p6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259" name="Google Shape;259;p6"/>
            <p:cNvSpPr/>
            <p:nvPr/>
          </p:nvSpPr>
          <p:spPr>
            <a:xfrm>
              <a:off x="7039080" y="17604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7034040" y="17100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7100640" y="23760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7096320" y="23328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63" name="Google Shape;263;p6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264" name="Google Shape;264;p6"/>
            <p:cNvSpPr/>
            <p:nvPr/>
          </p:nvSpPr>
          <p:spPr>
            <a:xfrm>
              <a:off x="8762400" y="23472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8758080" y="22968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8799120" y="27108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8794080" y="26640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68" name="Google Shape;268;p6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69" name="Google Shape;269;p6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72" name="Google Shape;272;p6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273" name="Google Shape;273;p6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6">
  <p:cSld name="CUSTOM_16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"/>
          <p:cNvSpPr txBox="1"/>
          <p:nvPr>
            <p:ph type="title"/>
          </p:nvPr>
        </p:nvSpPr>
        <p:spPr>
          <a:xfrm>
            <a:off x="896040" y="1984320"/>
            <a:ext cx="3456720" cy="129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278" name="Google Shape;278;p7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7"/>
          <p:cNvCxnSpPr/>
          <p:nvPr/>
        </p:nvCxnSpPr>
        <p:spPr>
          <a:xfrm flipH="1" rot="10800000">
            <a:off x="802800" y="529560"/>
            <a:ext cx="829800" cy="74376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7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1" name="Google Shape;281;p7"/>
          <p:cNvGrpSpPr/>
          <p:nvPr/>
        </p:nvGrpSpPr>
        <p:grpSpPr>
          <a:xfrm>
            <a:off x="498600" y="959760"/>
            <a:ext cx="581400" cy="582120"/>
            <a:chOff x="498600" y="959760"/>
            <a:chExt cx="581400" cy="582120"/>
          </a:xfrm>
        </p:grpSpPr>
        <p:sp>
          <p:nvSpPr>
            <p:cNvPr id="282" name="Google Shape;282;p7"/>
            <p:cNvSpPr/>
            <p:nvPr/>
          </p:nvSpPr>
          <p:spPr>
            <a:xfrm flipH="1">
              <a:off x="504000" y="96480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3" name="Google Shape;283;p7"/>
            <p:cNvSpPr/>
            <p:nvPr/>
          </p:nvSpPr>
          <p:spPr>
            <a:xfrm flipH="1">
              <a:off x="498600" y="95976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4" name="Google Shape;284;p7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5" name="Google Shape;285;p7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6" name="Google Shape;286;p7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7" name="Google Shape;287;p7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88" name="Google Shape;288;p7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289" name="Google Shape;289;p7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0" name="Google Shape;290;p7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1" name="Google Shape;291;p7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2" name="Google Shape;292;p7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93" name="Google Shape;293;p7"/>
          <p:cNvSpPr/>
          <p:nvPr/>
        </p:nvSpPr>
        <p:spPr>
          <a:xfrm flipH="1">
            <a:off x="3165480" y="497520"/>
            <a:ext cx="288360" cy="288000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4" name="Google Shape;294;p7"/>
          <p:cNvSpPr/>
          <p:nvPr/>
        </p:nvSpPr>
        <p:spPr>
          <a:xfrm flipH="1">
            <a:off x="3163320" y="495000"/>
            <a:ext cx="292680" cy="293040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5" name="Google Shape;295;p7"/>
          <p:cNvSpPr/>
          <p:nvPr/>
        </p:nvSpPr>
        <p:spPr>
          <a:xfrm flipH="1">
            <a:off x="3202920" y="534240"/>
            <a:ext cx="215280" cy="214920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6" name="Google Shape;296;p7"/>
          <p:cNvSpPr/>
          <p:nvPr/>
        </p:nvSpPr>
        <p:spPr>
          <a:xfrm flipH="1">
            <a:off x="3200400" y="531720"/>
            <a:ext cx="219600" cy="21996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7" name="Google Shape;297;p7"/>
          <p:cNvSpPr/>
          <p:nvPr/>
        </p:nvSpPr>
        <p:spPr>
          <a:xfrm flipH="1">
            <a:off x="3241800" y="573840"/>
            <a:ext cx="135720" cy="135720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>
            <a:noFill/>
          </a:ln>
        </p:spPr>
        <p:txBody>
          <a:bodyPr anchorCtr="0" anchor="ctr" bIns="68025" lIns="91425" spcFirstLastPara="1" rIns="91425" wrap="square" tIns="68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8" name="Google Shape;298;p7"/>
          <p:cNvSpPr/>
          <p:nvPr/>
        </p:nvSpPr>
        <p:spPr>
          <a:xfrm flipH="1">
            <a:off x="3239280" y="571320"/>
            <a:ext cx="140760" cy="140400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70200" lIns="91425" spcFirstLastPara="1" rIns="91425" wrap="square" tIns="70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99" name="Google Shape;299;p7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300" name="Google Shape;300;p7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1" name="Google Shape;301;p7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2" name="Google Shape;302;p7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03" name="Google Shape;303;p7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304" name="Google Shape;304;p7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5" name="Google Shape;305;p7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6" name="Google Shape;306;p7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07" name="Google Shape;307;p7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308" name="Google Shape;308;p7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9" name="Google Shape;309;p7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0" name="Google Shape;310;p7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311" name="Google Shape;311;p7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7"/>
          <p:cNvCxnSpPr/>
          <p:nvPr/>
        </p:nvCxnSpPr>
        <p:spPr>
          <a:xfrm flipH="1" rot="10800000">
            <a:off x="0" y="4220280"/>
            <a:ext cx="791640" cy="83664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3" name="Google Shape;313;p7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314" name="Google Shape;314;p7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5" name="Google Shape;315;p7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6" name="Google Shape;316;p7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7" name="Google Shape;317;p7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8" name="Google Shape;318;p7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9" name="Google Shape;319;p7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20" name="Google Shape;320;p7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321" name="Google Shape;321;p7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2" name="Google Shape;322;p7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3" name="Google Shape;323;p7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4" name="Google Shape;324;p7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25" name="Google Shape;325;p7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326" name="Google Shape;326;p7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7" name="Google Shape;327;p7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8" name="Google Shape;328;p7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9" name="Google Shape;329;p7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30" name="Google Shape;330;p7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331" name="Google Shape;331;p7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2" name="Google Shape;332;p7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3" name="Google Shape;333;p7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34" name="Google Shape;334;p7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335" name="Google Shape;335;p7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6" name="Google Shape;336;p7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7" name="Google Shape;337;p7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">
  <p:cSld name="CUSTOM_17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 txBox="1"/>
          <p:nvPr>
            <p:ph type="title"/>
          </p:nvPr>
        </p:nvSpPr>
        <p:spPr>
          <a:xfrm>
            <a:off x="723600" y="527040"/>
            <a:ext cx="769608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340" name="Google Shape;340;p8"/>
          <p:cNvCxnSpPr/>
          <p:nvPr/>
        </p:nvCxnSpPr>
        <p:spPr>
          <a:xfrm rot="10800000">
            <a:off x="8109000" y="501120"/>
            <a:ext cx="738000" cy="73800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8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8"/>
          <p:cNvCxnSpPr/>
          <p:nvPr/>
        </p:nvCxnSpPr>
        <p:spPr>
          <a:xfrm flipH="1" rot="10800000">
            <a:off x="0" y="273960"/>
            <a:ext cx="582840" cy="65484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3" name="Google Shape;343;p8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344" name="Google Shape;344;p8"/>
            <p:cNvSpPr/>
            <p:nvPr/>
          </p:nvSpPr>
          <p:spPr>
            <a:xfrm flipH="1">
              <a:off x="428040" y="13032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5" name="Google Shape;345;p8"/>
            <p:cNvSpPr/>
            <p:nvPr/>
          </p:nvSpPr>
          <p:spPr>
            <a:xfrm flipH="1">
              <a:off x="423720" y="12528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6" name="Google Shape;346;p8"/>
            <p:cNvSpPr/>
            <p:nvPr/>
          </p:nvSpPr>
          <p:spPr>
            <a:xfrm flipH="1">
              <a:off x="489960" y="1922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7" name="Google Shape;347;p8"/>
            <p:cNvSpPr/>
            <p:nvPr/>
          </p:nvSpPr>
          <p:spPr>
            <a:xfrm flipH="1">
              <a:off x="484920" y="18792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48" name="Google Shape;348;p8"/>
          <p:cNvGrpSpPr/>
          <p:nvPr/>
        </p:nvGrpSpPr>
        <p:grpSpPr>
          <a:xfrm>
            <a:off x="1638000" y="558000"/>
            <a:ext cx="292680" cy="293040"/>
            <a:chOff x="1638000" y="558000"/>
            <a:chExt cx="292680" cy="293040"/>
          </a:xfrm>
        </p:grpSpPr>
        <p:sp>
          <p:nvSpPr>
            <p:cNvPr id="349" name="Google Shape;349;p8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0" name="Google Shape;350;p8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1" name="Google Shape;351;p8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2" name="Google Shape;352;p8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3" name="Google Shape;353;p8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4" name="Google Shape;354;p8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55" name="Google Shape;355;p8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356" name="Google Shape;356;p8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7" name="Google Shape;357;p8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359" name="Google Shape;359;p8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0" name="Google Shape;360;p8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361" name="Google Shape;361;p8"/>
            <p:cNvSpPr/>
            <p:nvPr/>
          </p:nvSpPr>
          <p:spPr>
            <a:xfrm>
              <a:off x="7828200" y="20736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7823880" y="20232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7900920" y="27972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7896240" y="27468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7979400" y="35856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7975080" y="35388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67" name="Google Shape;367;p8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368" name="Google Shape;368;p8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9" name="Google Shape;369;p8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0" name="Google Shape;370;p8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1" name="Google Shape;371;p8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72" name="Google Shape;372;p8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373" name="Google Shape;373;p8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p10"/>
          <p:cNvGrpSpPr/>
          <p:nvPr/>
        </p:nvGrpSpPr>
        <p:grpSpPr>
          <a:xfrm>
            <a:off x="4484520" y="4433040"/>
            <a:ext cx="174600" cy="26640"/>
            <a:chOff x="4484520" y="4433040"/>
            <a:chExt cx="174600" cy="26640"/>
          </a:xfrm>
        </p:grpSpPr>
        <p:sp>
          <p:nvSpPr>
            <p:cNvPr id="379" name="Google Shape;379;p10"/>
            <p:cNvSpPr/>
            <p:nvPr/>
          </p:nvSpPr>
          <p:spPr>
            <a:xfrm>
              <a:off x="448452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0" name="Google Shape;380;p10"/>
            <p:cNvSpPr/>
            <p:nvPr/>
          </p:nvSpPr>
          <p:spPr>
            <a:xfrm>
              <a:off x="45586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1" name="Google Shape;381;p10"/>
            <p:cNvSpPr/>
            <p:nvPr/>
          </p:nvSpPr>
          <p:spPr>
            <a:xfrm>
              <a:off x="46324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82" name="Google Shape;382;p10"/>
          <p:cNvSpPr txBox="1"/>
          <p:nvPr>
            <p:ph type="title"/>
          </p:nvPr>
        </p:nvSpPr>
        <p:spPr>
          <a:xfrm>
            <a:off x="1794960" y="2477880"/>
            <a:ext cx="5553720" cy="575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383" name="Google Shape;383;p10"/>
          <p:cNvGrpSpPr/>
          <p:nvPr/>
        </p:nvGrpSpPr>
        <p:grpSpPr>
          <a:xfrm>
            <a:off x="432720" y="0"/>
            <a:ext cx="8278200" cy="5166000"/>
            <a:chOff x="432720" y="0"/>
            <a:chExt cx="8278200" cy="5166000"/>
          </a:xfrm>
        </p:grpSpPr>
        <p:cxnSp>
          <p:nvCxnSpPr>
            <p:cNvPr id="384" name="Google Shape;384;p10"/>
            <p:cNvCxnSpPr/>
            <p:nvPr/>
          </p:nvCxnSpPr>
          <p:spPr>
            <a:xfrm flipH="1" rot="10800000">
              <a:off x="8420040" y="2664000"/>
              <a:ext cx="360" cy="25020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85" name="Google Shape;385;p10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386" name="Google Shape;386;p10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87" name="Google Shape;387;p10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88" name="Google Shape;388;p10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89" name="Google Shape;389;p10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90" name="Google Shape;390;p10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91" name="Google Shape;391;p10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392" name="Google Shape;392;p10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393" name="Google Shape;393;p10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94" name="Google Shape;394;p10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95" name="Google Shape;395;p10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96" name="Google Shape;396;p10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397" name="Google Shape;397;p10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398" name="Google Shape;398;p10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99" name="Google Shape;399;p10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00" name="Google Shape;400;p10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01" name="Google Shape;401;p10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402" name="Google Shape;402;p10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03" name="Google Shape;403;p10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404" name="Google Shape;404;p10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05" name="Google Shape;405;p10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06" name="Google Shape;406;p10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07" name="Google Shape;407;p10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08" name="Google Shape;408;p10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09" name="Google Shape;409;p10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410" name="Google Shape;410;p10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411" name="Google Shape;411;p10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12" name="Google Shape;412;p10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13" name="Google Shape;413;p10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14" name="Google Shape;414;p10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415" name="Google Shape;415;p10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416" name="Google Shape;416;p10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17" name="Google Shape;417;p10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18" name="Google Shape;418;p10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19" name="Google Shape;419;p10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420" name="Google Shape;420;p10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421" name="Google Shape;421;p10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2" name="Google Shape;422;p10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3" name="Google Shape;423;p10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424" name="Google Shape;424;p10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425" name="Google Shape;425;p10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6" name="Google Shape;426;p10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7" name="Google Shape;427;p10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428" name="Google Shape;428;p10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429" name="Google Shape;429;p10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30" name="Google Shape;430;p10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31" name="Google Shape;431;p10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432" name="Google Shape;432;p10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433" name="Google Shape;433;p10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34" name="Google Shape;434;p10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35" name="Google Shape;435;p10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436" name="Google Shape;436;p10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7" name="Google Shape;437;p10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8" name="Google Shape;438;p10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0" name="Google Shape;440;p10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42" name="Google Shape;442;p10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 type="blank">
  <p:cSld name="BLANK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1"/>
          <p:cNvSpPr txBox="1"/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5" name="Google Shape;445;p11"/>
          <p:cNvSpPr txBox="1"/>
          <p:nvPr>
            <p:ph idx="1" type="body"/>
          </p:nvPr>
        </p:nvSpPr>
        <p:spPr>
          <a:xfrm>
            <a:off x="714600" y="1152000"/>
            <a:ext cx="7705080" cy="3529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446" name="Google Shape;446;p11"/>
          <p:cNvCxnSpPr/>
          <p:nvPr/>
        </p:nvCxnSpPr>
        <p:spPr>
          <a:xfrm rot="10800000">
            <a:off x="302760" y="3359160"/>
            <a:ext cx="152280" cy="9576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11"/>
          <p:cNvCxnSpPr/>
          <p:nvPr/>
        </p:nvCxnSpPr>
        <p:spPr>
          <a:xfrm flipH="1" rot="10800000">
            <a:off x="0" y="4332240"/>
            <a:ext cx="446760" cy="6645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48" name="Google Shape;448;p11"/>
          <p:cNvGrpSpPr/>
          <p:nvPr/>
        </p:nvGrpSpPr>
        <p:grpSpPr>
          <a:xfrm>
            <a:off x="300600" y="4167720"/>
            <a:ext cx="291600" cy="292320"/>
            <a:chOff x="300600" y="4167720"/>
            <a:chExt cx="291600" cy="292320"/>
          </a:xfrm>
        </p:grpSpPr>
        <p:sp>
          <p:nvSpPr>
            <p:cNvPr id="449" name="Google Shape;449;p11"/>
            <p:cNvSpPr/>
            <p:nvPr/>
          </p:nvSpPr>
          <p:spPr>
            <a:xfrm flipH="1">
              <a:off x="305280" y="417276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0" name="Google Shape;450;p11"/>
            <p:cNvSpPr/>
            <p:nvPr/>
          </p:nvSpPr>
          <p:spPr>
            <a:xfrm flipH="1">
              <a:off x="300600" y="416772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1" name="Google Shape;451;p11"/>
            <p:cNvSpPr/>
            <p:nvPr/>
          </p:nvSpPr>
          <p:spPr>
            <a:xfrm flipH="1">
              <a:off x="366840" y="423468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2" name="Google Shape;452;p11"/>
            <p:cNvSpPr/>
            <p:nvPr/>
          </p:nvSpPr>
          <p:spPr>
            <a:xfrm flipH="1">
              <a:off x="361800" y="423036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53" name="Google Shape;453;p11"/>
          <p:cNvGrpSpPr/>
          <p:nvPr/>
        </p:nvGrpSpPr>
        <p:grpSpPr>
          <a:xfrm>
            <a:off x="147960" y="3224160"/>
            <a:ext cx="292680" cy="293040"/>
            <a:chOff x="147960" y="3224160"/>
            <a:chExt cx="292680" cy="293040"/>
          </a:xfrm>
        </p:grpSpPr>
        <p:sp>
          <p:nvSpPr>
            <p:cNvPr id="454" name="Google Shape;454;p11"/>
            <p:cNvSpPr/>
            <p:nvPr/>
          </p:nvSpPr>
          <p:spPr>
            <a:xfrm flipH="1">
              <a:off x="150480" y="322668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5" name="Google Shape;455;p11"/>
            <p:cNvSpPr/>
            <p:nvPr/>
          </p:nvSpPr>
          <p:spPr>
            <a:xfrm flipH="1">
              <a:off x="147960" y="322416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6" name="Google Shape;456;p11"/>
            <p:cNvSpPr/>
            <p:nvPr/>
          </p:nvSpPr>
          <p:spPr>
            <a:xfrm flipH="1">
              <a:off x="187560" y="326340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7" name="Google Shape;457;p11"/>
            <p:cNvSpPr/>
            <p:nvPr/>
          </p:nvSpPr>
          <p:spPr>
            <a:xfrm flipH="1">
              <a:off x="185400" y="326088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8" name="Google Shape;458;p11"/>
            <p:cNvSpPr/>
            <p:nvPr/>
          </p:nvSpPr>
          <p:spPr>
            <a:xfrm flipH="1">
              <a:off x="226800" y="330300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9" name="Google Shape;459;p11"/>
            <p:cNvSpPr/>
            <p:nvPr/>
          </p:nvSpPr>
          <p:spPr>
            <a:xfrm flipH="1">
              <a:off x="224280" y="330084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460" name="Google Shape;460;p11"/>
          <p:cNvCxnSpPr/>
          <p:nvPr/>
        </p:nvCxnSpPr>
        <p:spPr>
          <a:xfrm rot="10800000">
            <a:off x="7196760" y="294840"/>
            <a:ext cx="1157400" cy="54324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p11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2" name="Google Shape;462;p11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463" name="Google Shape;463;p11"/>
            <p:cNvSpPr/>
            <p:nvPr/>
          </p:nvSpPr>
          <p:spPr>
            <a:xfrm>
              <a:off x="8068680" y="53208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4" name="Google Shape;464;p11"/>
            <p:cNvSpPr/>
            <p:nvPr/>
          </p:nvSpPr>
          <p:spPr>
            <a:xfrm>
              <a:off x="8064360" y="52704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5" name="Google Shape;465;p11"/>
            <p:cNvSpPr/>
            <p:nvPr/>
          </p:nvSpPr>
          <p:spPr>
            <a:xfrm>
              <a:off x="8141040" y="60444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6" name="Google Shape;466;p11"/>
            <p:cNvSpPr/>
            <p:nvPr/>
          </p:nvSpPr>
          <p:spPr>
            <a:xfrm>
              <a:off x="8136720" y="59940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7" name="Google Shape;467;p11"/>
            <p:cNvSpPr/>
            <p:nvPr/>
          </p:nvSpPr>
          <p:spPr>
            <a:xfrm>
              <a:off x="8219880" y="68292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8" name="Google Shape;468;p11"/>
            <p:cNvSpPr/>
            <p:nvPr/>
          </p:nvSpPr>
          <p:spPr>
            <a:xfrm>
              <a:off x="8215200" y="67860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69" name="Google Shape;469;p11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470" name="Google Shape;470;p11"/>
            <p:cNvSpPr/>
            <p:nvPr/>
          </p:nvSpPr>
          <p:spPr>
            <a:xfrm>
              <a:off x="7039080" y="17604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1" name="Google Shape;471;p11"/>
            <p:cNvSpPr/>
            <p:nvPr/>
          </p:nvSpPr>
          <p:spPr>
            <a:xfrm>
              <a:off x="7034040" y="17100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2" name="Google Shape;472;p11"/>
            <p:cNvSpPr/>
            <p:nvPr/>
          </p:nvSpPr>
          <p:spPr>
            <a:xfrm>
              <a:off x="7100640" y="23760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3" name="Google Shape;473;p11"/>
            <p:cNvSpPr/>
            <p:nvPr/>
          </p:nvSpPr>
          <p:spPr>
            <a:xfrm>
              <a:off x="7096320" y="23328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74" name="Google Shape;474;p11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475" name="Google Shape;475;p11"/>
            <p:cNvSpPr/>
            <p:nvPr/>
          </p:nvSpPr>
          <p:spPr>
            <a:xfrm>
              <a:off x="8762400" y="23472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6" name="Google Shape;476;p11"/>
            <p:cNvSpPr/>
            <p:nvPr/>
          </p:nvSpPr>
          <p:spPr>
            <a:xfrm>
              <a:off x="8758080" y="22968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7" name="Google Shape;477;p11"/>
            <p:cNvSpPr/>
            <p:nvPr/>
          </p:nvSpPr>
          <p:spPr>
            <a:xfrm>
              <a:off x="8799120" y="27108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8" name="Google Shape;478;p11"/>
            <p:cNvSpPr/>
            <p:nvPr/>
          </p:nvSpPr>
          <p:spPr>
            <a:xfrm>
              <a:off x="8794080" y="26640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79" name="Google Shape;479;p11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480" name="Google Shape;480;p11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1" name="Google Shape;481;p11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2" name="Google Shape;482;p11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83" name="Google Shape;483;p11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484" name="Google Shape;484;p11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5" name="Google Shape;485;p11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6" name="Google Shape;486;p11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3"/>
          <p:cNvSpPr txBox="1"/>
          <p:nvPr>
            <p:ph type="title"/>
          </p:nvPr>
        </p:nvSpPr>
        <p:spPr>
          <a:xfrm>
            <a:off x="5906880" y="356760"/>
            <a:ext cx="2614680" cy="575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0" name="Google Shape;490;p13"/>
          <p:cNvSpPr txBox="1"/>
          <p:nvPr>
            <p:ph idx="2" type="title"/>
          </p:nvPr>
        </p:nvSpPr>
        <p:spPr>
          <a:xfrm>
            <a:off x="813960" y="722520"/>
            <a:ext cx="45684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1" name="Google Shape;491;p13"/>
          <p:cNvSpPr txBox="1"/>
          <p:nvPr>
            <p:ph idx="3" type="title"/>
          </p:nvPr>
        </p:nvSpPr>
        <p:spPr>
          <a:xfrm>
            <a:off x="813960" y="1801440"/>
            <a:ext cx="45684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2" name="Google Shape;492;p13"/>
          <p:cNvSpPr txBox="1"/>
          <p:nvPr>
            <p:ph idx="4" type="title"/>
          </p:nvPr>
        </p:nvSpPr>
        <p:spPr>
          <a:xfrm>
            <a:off x="813960" y="2880360"/>
            <a:ext cx="45684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3" name="Google Shape;493;p13"/>
          <p:cNvSpPr txBox="1"/>
          <p:nvPr>
            <p:ph idx="5" type="title"/>
          </p:nvPr>
        </p:nvSpPr>
        <p:spPr>
          <a:xfrm>
            <a:off x="813960" y="3959280"/>
            <a:ext cx="45684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">
  <p:cSld name="CUSTOM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4"/>
          <p:cNvSpPr txBox="1"/>
          <p:nvPr>
            <p:ph type="title"/>
          </p:nvPr>
        </p:nvSpPr>
        <p:spPr>
          <a:xfrm>
            <a:off x="1719000" y="338400"/>
            <a:ext cx="55774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496" name="Google Shape;496;p14"/>
          <p:cNvGrpSpPr/>
          <p:nvPr/>
        </p:nvGrpSpPr>
        <p:grpSpPr>
          <a:xfrm>
            <a:off x="262080" y="-1080"/>
            <a:ext cx="8550000" cy="3981600"/>
            <a:chOff x="262080" y="-1080"/>
            <a:chExt cx="8550000" cy="3981600"/>
          </a:xfrm>
        </p:grpSpPr>
        <p:cxnSp>
          <p:nvCxnSpPr>
            <p:cNvPr id="497" name="Google Shape;497;p14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8" name="Google Shape;498;p14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99" name="Google Shape;499;p14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500" name="Google Shape;500;p14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1" name="Google Shape;501;p14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2" name="Google Shape;502;p14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3" name="Google Shape;503;p14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504" name="Google Shape;504;p14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505" name="Google Shape;505;p14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6" name="Google Shape;506;p14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7" name="Google Shape;507;p14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08" name="Google Shape;508;p14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509" name="Google Shape;509;p14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510" name="Google Shape;510;p14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1" name="Google Shape;511;p14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2" name="Google Shape;512;p14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3" name="Google Shape;513;p14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4" name="Google Shape;514;p14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15" name="Google Shape;515;p14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">
  <p:cSld name="CUSTOM_2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5"/>
          <p:cNvSpPr txBox="1"/>
          <p:nvPr>
            <p:ph type="title"/>
          </p:nvPr>
        </p:nvSpPr>
        <p:spPr>
          <a:xfrm>
            <a:off x="1568880" y="442440"/>
            <a:ext cx="6005880" cy="595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518" name="Google Shape;518;p15"/>
          <p:cNvCxnSpPr/>
          <p:nvPr/>
        </p:nvCxnSpPr>
        <p:spPr>
          <a:xfrm rot="10800000">
            <a:off x="8109000" y="501120"/>
            <a:ext cx="738000" cy="7380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15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p15"/>
          <p:cNvCxnSpPr/>
          <p:nvPr/>
        </p:nvCxnSpPr>
        <p:spPr>
          <a:xfrm flipH="1" rot="10800000">
            <a:off x="0" y="273960"/>
            <a:ext cx="582840" cy="65484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21" name="Google Shape;521;p15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522" name="Google Shape;522;p15"/>
            <p:cNvSpPr/>
            <p:nvPr/>
          </p:nvSpPr>
          <p:spPr>
            <a:xfrm flipH="1">
              <a:off x="428040" y="13032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3" name="Google Shape;523;p15"/>
            <p:cNvSpPr/>
            <p:nvPr/>
          </p:nvSpPr>
          <p:spPr>
            <a:xfrm flipH="1">
              <a:off x="423720" y="12528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4" name="Google Shape;524;p15"/>
            <p:cNvSpPr/>
            <p:nvPr/>
          </p:nvSpPr>
          <p:spPr>
            <a:xfrm flipH="1">
              <a:off x="489960" y="1922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5" name="Google Shape;525;p15"/>
            <p:cNvSpPr/>
            <p:nvPr/>
          </p:nvSpPr>
          <p:spPr>
            <a:xfrm flipH="1">
              <a:off x="484920" y="18792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26" name="Google Shape;526;p15"/>
          <p:cNvGrpSpPr/>
          <p:nvPr/>
        </p:nvGrpSpPr>
        <p:grpSpPr>
          <a:xfrm>
            <a:off x="1638000" y="558000"/>
            <a:ext cx="292680" cy="293040"/>
            <a:chOff x="1638000" y="558000"/>
            <a:chExt cx="292680" cy="293040"/>
          </a:xfrm>
        </p:grpSpPr>
        <p:sp>
          <p:nvSpPr>
            <p:cNvPr id="527" name="Google Shape;527;p15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8" name="Google Shape;528;p15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9" name="Google Shape;529;p15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0" name="Google Shape;530;p15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1" name="Google Shape;531;p15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2" name="Google Shape;532;p15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33" name="Google Shape;533;p15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534" name="Google Shape;534;p15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5" name="Google Shape;535;p15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537" name="Google Shape;537;p15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38" name="Google Shape;538;p15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539" name="Google Shape;539;p15"/>
            <p:cNvSpPr/>
            <p:nvPr/>
          </p:nvSpPr>
          <p:spPr>
            <a:xfrm>
              <a:off x="7828200" y="20736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0" name="Google Shape;540;p15"/>
            <p:cNvSpPr/>
            <p:nvPr/>
          </p:nvSpPr>
          <p:spPr>
            <a:xfrm>
              <a:off x="7823880" y="20232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1" name="Google Shape;541;p15"/>
            <p:cNvSpPr/>
            <p:nvPr/>
          </p:nvSpPr>
          <p:spPr>
            <a:xfrm>
              <a:off x="7900920" y="27972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7896240" y="27468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3" name="Google Shape;543;p15"/>
            <p:cNvSpPr/>
            <p:nvPr/>
          </p:nvSpPr>
          <p:spPr>
            <a:xfrm>
              <a:off x="7979400" y="35856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4" name="Google Shape;544;p15"/>
            <p:cNvSpPr/>
            <p:nvPr/>
          </p:nvSpPr>
          <p:spPr>
            <a:xfrm>
              <a:off x="7975080" y="35388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45" name="Google Shape;545;p15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546" name="Google Shape;546;p15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7" name="Google Shape;547;p15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8" name="Google Shape;548;p15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9" name="Google Shape;549;p15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50" name="Google Shape;550;p15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551" name="Google Shape;551;p15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2" name="Google Shape;552;p15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3" name="Google Shape;553;p15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7">
  <p:cSld name="CUSTOM_7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5" name="Google Shape;555;p16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6" name="Google Shape;556;p16"/>
          <p:cNvSpPr txBox="1"/>
          <p:nvPr>
            <p:ph type="title"/>
          </p:nvPr>
        </p:nvSpPr>
        <p:spPr>
          <a:xfrm>
            <a:off x="2208240" y="342720"/>
            <a:ext cx="47275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557" name="Google Shape;557;p16"/>
          <p:cNvCxnSpPr/>
          <p:nvPr/>
        </p:nvCxnSpPr>
        <p:spPr>
          <a:xfrm flipH="1" rot="10800000">
            <a:off x="0" y="4332240"/>
            <a:ext cx="590760" cy="6645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8" name="Google Shape;558;p16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559" name="Google Shape;559;p16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0" name="Google Shape;560;p16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1" name="Google Shape;561;p16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2" name="Google Shape;562;p16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63" name="Google Shape;563;p16"/>
          <p:cNvGrpSpPr/>
          <p:nvPr/>
        </p:nvGrpSpPr>
        <p:grpSpPr>
          <a:xfrm>
            <a:off x="1074960" y="4604760"/>
            <a:ext cx="292680" cy="293040"/>
            <a:chOff x="1074960" y="4604760"/>
            <a:chExt cx="292680" cy="293040"/>
          </a:xfrm>
        </p:grpSpPr>
        <p:sp>
          <p:nvSpPr>
            <p:cNvPr id="564" name="Google Shape;564;p16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5" name="Google Shape;565;p16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6" name="Google Shape;566;p16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7" name="Google Shape;567;p16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8" name="Google Shape;568;p16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9" name="Google Shape;569;p16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570" name="Google Shape;570;p16"/>
          <p:cNvCxnSpPr/>
          <p:nvPr/>
        </p:nvCxnSpPr>
        <p:spPr>
          <a:xfrm rot="10800000">
            <a:off x="7196760" y="294840"/>
            <a:ext cx="1157400" cy="54324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p16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2" name="Google Shape;572;p16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573" name="Google Shape;573;p16"/>
            <p:cNvSpPr/>
            <p:nvPr/>
          </p:nvSpPr>
          <p:spPr>
            <a:xfrm>
              <a:off x="8068680" y="53208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8064360" y="52704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8141040" y="60444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8136720" y="59940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8219880" y="68292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8215200" y="67860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79" name="Google Shape;579;p16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580" name="Google Shape;580;p16"/>
            <p:cNvSpPr/>
            <p:nvPr/>
          </p:nvSpPr>
          <p:spPr>
            <a:xfrm>
              <a:off x="7039080" y="17604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7034040" y="17100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7100640" y="23760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7096320" y="23328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84" name="Google Shape;584;p16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585" name="Google Shape;585;p16"/>
            <p:cNvSpPr/>
            <p:nvPr/>
          </p:nvSpPr>
          <p:spPr>
            <a:xfrm>
              <a:off x="8762400" y="23472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8758080" y="22968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8799120" y="27108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8794080" y="26640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89" name="Google Shape;589;p16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590" name="Google Shape;590;p16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93" name="Google Shape;593;p16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594" name="Google Shape;594;p16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8">
  <p:cSld name="CUSTOM_8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7"/>
          <p:cNvSpPr txBox="1"/>
          <p:nvPr>
            <p:ph type="title"/>
          </p:nvPr>
        </p:nvSpPr>
        <p:spPr>
          <a:xfrm>
            <a:off x="3090600" y="338400"/>
            <a:ext cx="2962440" cy="575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599" name="Google Shape;599;p17"/>
          <p:cNvCxnSpPr/>
          <p:nvPr/>
        </p:nvCxnSpPr>
        <p:spPr>
          <a:xfrm>
            <a:off x="2904120" y="4512960"/>
            <a:ext cx="1133280" cy="30672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17"/>
          <p:cNvCxnSpPr/>
          <p:nvPr/>
        </p:nvCxnSpPr>
        <p:spPr>
          <a:xfrm flipH="1" rot="10800000">
            <a:off x="1562040" y="4492080"/>
            <a:ext cx="1342440" cy="31572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17"/>
          <p:cNvCxnSpPr/>
          <p:nvPr/>
        </p:nvCxnSpPr>
        <p:spPr>
          <a:xfrm>
            <a:off x="259200" y="4407840"/>
            <a:ext cx="1332360" cy="3924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17"/>
          <p:cNvCxnSpPr/>
          <p:nvPr/>
        </p:nvCxnSpPr>
        <p:spPr>
          <a:xfrm>
            <a:off x="-6840" y="3993480"/>
            <a:ext cx="273960" cy="40752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03" name="Google Shape;603;p17"/>
          <p:cNvGrpSpPr/>
          <p:nvPr/>
        </p:nvGrpSpPr>
        <p:grpSpPr>
          <a:xfrm>
            <a:off x="1277640" y="4512960"/>
            <a:ext cx="581400" cy="582120"/>
            <a:chOff x="1277640" y="4512960"/>
            <a:chExt cx="581400" cy="582120"/>
          </a:xfrm>
        </p:grpSpPr>
        <p:sp>
          <p:nvSpPr>
            <p:cNvPr id="604" name="Google Shape;604;p17"/>
            <p:cNvSpPr/>
            <p:nvPr/>
          </p:nvSpPr>
          <p:spPr>
            <a:xfrm flipH="1">
              <a:off x="1282680" y="451800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 flipH="1">
              <a:off x="1277640" y="451296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 flipH="1">
              <a:off x="1355400" y="459072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 flipH="1">
              <a:off x="1350000" y="458568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 flipH="1">
              <a:off x="1434240" y="466920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 flipH="1">
              <a:off x="1429200" y="466452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10" name="Google Shape;610;p17"/>
          <p:cNvGrpSpPr/>
          <p:nvPr/>
        </p:nvGrpSpPr>
        <p:grpSpPr>
          <a:xfrm>
            <a:off x="2747520" y="4340520"/>
            <a:ext cx="291600" cy="292320"/>
            <a:chOff x="2747520" y="4340520"/>
            <a:chExt cx="291600" cy="292320"/>
          </a:xfrm>
        </p:grpSpPr>
        <p:sp>
          <p:nvSpPr>
            <p:cNvPr id="611" name="Google Shape;611;p17"/>
            <p:cNvSpPr/>
            <p:nvPr/>
          </p:nvSpPr>
          <p:spPr>
            <a:xfrm flipH="1">
              <a:off x="2752200" y="434556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 flipH="1">
              <a:off x="2747520" y="434052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 flipH="1">
              <a:off x="2813760" y="440748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4" name="Google Shape;614;p17"/>
            <p:cNvSpPr/>
            <p:nvPr/>
          </p:nvSpPr>
          <p:spPr>
            <a:xfrm flipH="1">
              <a:off x="2808720" y="440280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15" name="Google Shape;615;p17"/>
          <p:cNvGrpSpPr/>
          <p:nvPr/>
        </p:nvGrpSpPr>
        <p:grpSpPr>
          <a:xfrm>
            <a:off x="170640" y="4314960"/>
            <a:ext cx="174600" cy="174600"/>
            <a:chOff x="170640" y="4314960"/>
            <a:chExt cx="174600" cy="174600"/>
          </a:xfrm>
        </p:grpSpPr>
        <p:sp>
          <p:nvSpPr>
            <p:cNvPr id="616" name="Google Shape;616;p17"/>
            <p:cNvSpPr/>
            <p:nvPr/>
          </p:nvSpPr>
          <p:spPr>
            <a:xfrm flipH="1">
              <a:off x="175680" y="432000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7" name="Google Shape;617;p17"/>
            <p:cNvSpPr/>
            <p:nvPr/>
          </p:nvSpPr>
          <p:spPr>
            <a:xfrm flipH="1">
              <a:off x="170640" y="431496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8" name="Google Shape;618;p17"/>
            <p:cNvSpPr/>
            <p:nvPr/>
          </p:nvSpPr>
          <p:spPr>
            <a:xfrm flipH="1">
              <a:off x="212400" y="435636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9" name="Google Shape;619;p17"/>
            <p:cNvSpPr/>
            <p:nvPr/>
          </p:nvSpPr>
          <p:spPr>
            <a:xfrm flipH="1">
              <a:off x="207360" y="435168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20" name="Google Shape;620;p17"/>
          <p:cNvGrpSpPr/>
          <p:nvPr/>
        </p:nvGrpSpPr>
        <p:grpSpPr>
          <a:xfrm>
            <a:off x="3872520" y="4657680"/>
            <a:ext cx="292680" cy="293040"/>
            <a:chOff x="3872520" y="4657680"/>
            <a:chExt cx="292680" cy="293040"/>
          </a:xfrm>
        </p:grpSpPr>
        <p:sp>
          <p:nvSpPr>
            <p:cNvPr id="621" name="Google Shape;621;p17"/>
            <p:cNvSpPr/>
            <p:nvPr/>
          </p:nvSpPr>
          <p:spPr>
            <a:xfrm flipH="1">
              <a:off x="3874680" y="466020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2" name="Google Shape;622;p17"/>
            <p:cNvSpPr/>
            <p:nvPr/>
          </p:nvSpPr>
          <p:spPr>
            <a:xfrm flipH="1">
              <a:off x="3872520" y="465768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3" name="Google Shape;623;p17"/>
            <p:cNvSpPr/>
            <p:nvPr/>
          </p:nvSpPr>
          <p:spPr>
            <a:xfrm flipH="1">
              <a:off x="3911760" y="469656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4" name="Google Shape;624;p17"/>
            <p:cNvSpPr/>
            <p:nvPr/>
          </p:nvSpPr>
          <p:spPr>
            <a:xfrm flipH="1">
              <a:off x="3909600" y="469404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5" name="Google Shape;625;p17"/>
            <p:cNvSpPr/>
            <p:nvPr/>
          </p:nvSpPr>
          <p:spPr>
            <a:xfrm flipH="1">
              <a:off x="3951000" y="473616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6" name="Google Shape;626;p17"/>
            <p:cNvSpPr/>
            <p:nvPr/>
          </p:nvSpPr>
          <p:spPr>
            <a:xfrm flipH="1">
              <a:off x="3948480" y="473400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27" name="Google Shape;627;p17"/>
          <p:cNvGrpSpPr/>
          <p:nvPr/>
        </p:nvGrpSpPr>
        <p:grpSpPr>
          <a:xfrm>
            <a:off x="242280" y="4142520"/>
            <a:ext cx="174600" cy="26640"/>
            <a:chOff x="242280" y="4142520"/>
            <a:chExt cx="174600" cy="26640"/>
          </a:xfrm>
        </p:grpSpPr>
        <p:sp>
          <p:nvSpPr>
            <p:cNvPr id="628" name="Google Shape;628;p17"/>
            <p:cNvSpPr/>
            <p:nvPr/>
          </p:nvSpPr>
          <p:spPr>
            <a:xfrm flipH="1">
              <a:off x="39024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9" name="Google Shape;629;p17"/>
            <p:cNvSpPr/>
            <p:nvPr/>
          </p:nvSpPr>
          <p:spPr>
            <a:xfrm flipH="1">
              <a:off x="31644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0" name="Google Shape;630;p17"/>
            <p:cNvSpPr/>
            <p:nvPr/>
          </p:nvSpPr>
          <p:spPr>
            <a:xfrm flipH="1">
              <a:off x="2422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631" name="Google Shape;631;p17"/>
          <p:cNvCxnSpPr/>
          <p:nvPr/>
        </p:nvCxnSpPr>
        <p:spPr>
          <a:xfrm rot="10800000">
            <a:off x="5994720" y="226440"/>
            <a:ext cx="1505160" cy="2250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2" name="Google Shape;632;p17"/>
          <p:cNvCxnSpPr/>
          <p:nvPr/>
        </p:nvCxnSpPr>
        <p:spPr>
          <a:xfrm rot="10800000">
            <a:off x="7512840" y="457560"/>
            <a:ext cx="829800" cy="7437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3" name="Google Shape;633;p17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4" name="Google Shape;634;p17"/>
          <p:cNvGrpSpPr/>
          <p:nvPr/>
        </p:nvGrpSpPr>
        <p:grpSpPr>
          <a:xfrm>
            <a:off x="8064360" y="1040400"/>
            <a:ext cx="581400" cy="582120"/>
            <a:chOff x="8064360" y="1040400"/>
            <a:chExt cx="581400" cy="582120"/>
          </a:xfrm>
        </p:grpSpPr>
        <p:sp>
          <p:nvSpPr>
            <p:cNvPr id="635" name="Google Shape;635;p17"/>
            <p:cNvSpPr/>
            <p:nvPr/>
          </p:nvSpPr>
          <p:spPr>
            <a:xfrm>
              <a:off x="8068680" y="104544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6" name="Google Shape;636;p17"/>
            <p:cNvSpPr/>
            <p:nvPr/>
          </p:nvSpPr>
          <p:spPr>
            <a:xfrm>
              <a:off x="8064360" y="104040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7" name="Google Shape;637;p17"/>
            <p:cNvSpPr/>
            <p:nvPr/>
          </p:nvSpPr>
          <p:spPr>
            <a:xfrm>
              <a:off x="8141040" y="111780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8" name="Google Shape;638;p17"/>
            <p:cNvSpPr/>
            <p:nvPr/>
          </p:nvSpPr>
          <p:spPr>
            <a:xfrm>
              <a:off x="8136720" y="111276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9" name="Google Shape;639;p17"/>
            <p:cNvSpPr/>
            <p:nvPr/>
          </p:nvSpPr>
          <p:spPr>
            <a:xfrm>
              <a:off x="8219880" y="119628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0" name="Google Shape;640;p17"/>
            <p:cNvSpPr/>
            <p:nvPr/>
          </p:nvSpPr>
          <p:spPr>
            <a:xfrm>
              <a:off x="8215200" y="119196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41" name="Google Shape;641;p17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642" name="Google Shape;642;p17"/>
            <p:cNvSpPr/>
            <p:nvPr/>
          </p:nvSpPr>
          <p:spPr>
            <a:xfrm>
              <a:off x="7358040" y="32112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3" name="Google Shape;643;p17"/>
            <p:cNvSpPr/>
            <p:nvPr/>
          </p:nvSpPr>
          <p:spPr>
            <a:xfrm>
              <a:off x="7353000" y="31644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4" name="Google Shape;644;p17"/>
            <p:cNvSpPr/>
            <p:nvPr/>
          </p:nvSpPr>
          <p:spPr>
            <a:xfrm>
              <a:off x="7419960" y="3830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5" name="Google Shape;645;p17"/>
            <p:cNvSpPr/>
            <p:nvPr/>
          </p:nvSpPr>
          <p:spPr>
            <a:xfrm>
              <a:off x="7415640" y="37872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46" name="Google Shape;646;p17"/>
          <p:cNvGrpSpPr/>
          <p:nvPr/>
        </p:nvGrpSpPr>
        <p:grpSpPr>
          <a:xfrm>
            <a:off x="8792280" y="321120"/>
            <a:ext cx="174600" cy="174600"/>
            <a:chOff x="8792280" y="321120"/>
            <a:chExt cx="174600" cy="174600"/>
          </a:xfrm>
        </p:grpSpPr>
        <p:sp>
          <p:nvSpPr>
            <p:cNvPr id="647" name="Google Shape;647;p17"/>
            <p:cNvSpPr/>
            <p:nvPr/>
          </p:nvSpPr>
          <p:spPr>
            <a:xfrm>
              <a:off x="8796600" y="32616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8" name="Google Shape;648;p17"/>
            <p:cNvSpPr/>
            <p:nvPr/>
          </p:nvSpPr>
          <p:spPr>
            <a:xfrm>
              <a:off x="8792280" y="32112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9" name="Google Shape;649;p17"/>
            <p:cNvSpPr/>
            <p:nvPr/>
          </p:nvSpPr>
          <p:spPr>
            <a:xfrm>
              <a:off x="8833680" y="36252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0" name="Google Shape;650;p17"/>
            <p:cNvSpPr/>
            <p:nvPr/>
          </p:nvSpPr>
          <p:spPr>
            <a:xfrm>
              <a:off x="8828640" y="35820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651" name="Google Shape;651;p17"/>
          <p:cNvSpPr/>
          <p:nvPr/>
        </p:nvSpPr>
        <p:spPr>
          <a:xfrm>
            <a:off x="5829480" y="68760"/>
            <a:ext cx="288360" cy="288000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52" name="Google Shape;652;p17"/>
          <p:cNvSpPr/>
          <p:nvPr/>
        </p:nvSpPr>
        <p:spPr>
          <a:xfrm>
            <a:off x="5826960" y="66240"/>
            <a:ext cx="292680" cy="293040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53" name="Google Shape;653;p17"/>
          <p:cNvSpPr/>
          <p:nvPr/>
        </p:nvSpPr>
        <p:spPr>
          <a:xfrm>
            <a:off x="5865840" y="105120"/>
            <a:ext cx="215280" cy="214920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54" name="Google Shape;654;p17"/>
          <p:cNvSpPr/>
          <p:nvPr/>
        </p:nvSpPr>
        <p:spPr>
          <a:xfrm>
            <a:off x="5863680" y="102600"/>
            <a:ext cx="219600" cy="21996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55" name="Google Shape;655;p17"/>
          <p:cNvSpPr/>
          <p:nvPr/>
        </p:nvSpPr>
        <p:spPr>
          <a:xfrm>
            <a:off x="5905440" y="144720"/>
            <a:ext cx="135720" cy="135720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025" lIns="91425" spcFirstLastPara="1" rIns="91425" wrap="square" tIns="68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56" name="Google Shape;656;p17"/>
          <p:cNvSpPr/>
          <p:nvPr/>
        </p:nvSpPr>
        <p:spPr>
          <a:xfrm>
            <a:off x="5903280" y="142560"/>
            <a:ext cx="140760" cy="140400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70200" lIns="91425" spcFirstLastPara="1" rIns="91425" wrap="square" tIns="70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657" name="Google Shape;657;p17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658" name="Google Shape;658;p17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9" name="Google Shape;659;p17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0" name="Google Shape;660;p17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61" name="Google Shape;661;p17"/>
          <p:cNvGrpSpPr/>
          <p:nvPr/>
        </p:nvGrpSpPr>
        <p:grpSpPr>
          <a:xfrm>
            <a:off x="8678520" y="1658160"/>
            <a:ext cx="174600" cy="26640"/>
            <a:chOff x="8678520" y="1658160"/>
            <a:chExt cx="174600" cy="26640"/>
          </a:xfrm>
        </p:grpSpPr>
        <p:sp>
          <p:nvSpPr>
            <p:cNvPr id="662" name="Google Shape;662;p17"/>
            <p:cNvSpPr/>
            <p:nvPr/>
          </p:nvSpPr>
          <p:spPr>
            <a:xfrm>
              <a:off x="867852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3" name="Google Shape;663;p17"/>
            <p:cNvSpPr/>
            <p:nvPr/>
          </p:nvSpPr>
          <p:spPr>
            <a:xfrm>
              <a:off x="875232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4" name="Google Shape;664;p17"/>
            <p:cNvSpPr/>
            <p:nvPr/>
          </p:nvSpPr>
          <p:spPr>
            <a:xfrm>
              <a:off x="882648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0">
  <p:cSld name="CUSTOM_10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8"/>
          <p:cNvSpPr txBox="1"/>
          <p:nvPr>
            <p:ph type="title"/>
          </p:nvPr>
        </p:nvSpPr>
        <p:spPr>
          <a:xfrm>
            <a:off x="1271160" y="338400"/>
            <a:ext cx="66106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667" name="Google Shape;667;p18"/>
          <p:cNvCxnSpPr/>
          <p:nvPr/>
        </p:nvCxnSpPr>
        <p:spPr>
          <a:xfrm rot="10800000">
            <a:off x="8109000" y="501120"/>
            <a:ext cx="738000" cy="7380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8" name="Google Shape;668;p18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9" name="Google Shape;669;p18"/>
          <p:cNvCxnSpPr/>
          <p:nvPr/>
        </p:nvCxnSpPr>
        <p:spPr>
          <a:xfrm flipH="1" rot="10800000">
            <a:off x="0" y="273960"/>
            <a:ext cx="582840" cy="65484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70" name="Google Shape;670;p18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671" name="Google Shape;671;p18"/>
            <p:cNvSpPr/>
            <p:nvPr/>
          </p:nvSpPr>
          <p:spPr>
            <a:xfrm flipH="1">
              <a:off x="428040" y="13032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2" name="Google Shape;672;p18"/>
            <p:cNvSpPr/>
            <p:nvPr/>
          </p:nvSpPr>
          <p:spPr>
            <a:xfrm flipH="1">
              <a:off x="423720" y="12528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3" name="Google Shape;673;p18"/>
            <p:cNvSpPr/>
            <p:nvPr/>
          </p:nvSpPr>
          <p:spPr>
            <a:xfrm flipH="1">
              <a:off x="489960" y="1922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4" name="Google Shape;674;p18"/>
            <p:cNvSpPr/>
            <p:nvPr/>
          </p:nvSpPr>
          <p:spPr>
            <a:xfrm flipH="1">
              <a:off x="484920" y="18792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75" name="Google Shape;675;p18"/>
          <p:cNvGrpSpPr/>
          <p:nvPr/>
        </p:nvGrpSpPr>
        <p:grpSpPr>
          <a:xfrm>
            <a:off x="1638000" y="558000"/>
            <a:ext cx="292680" cy="293040"/>
            <a:chOff x="1638000" y="558000"/>
            <a:chExt cx="292680" cy="293040"/>
          </a:xfrm>
        </p:grpSpPr>
        <p:sp>
          <p:nvSpPr>
            <p:cNvPr id="676" name="Google Shape;676;p18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7" name="Google Shape;677;p18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8" name="Google Shape;678;p18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9" name="Google Shape;679;p18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0" name="Google Shape;680;p18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1" name="Google Shape;681;p18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82" name="Google Shape;682;p18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683" name="Google Shape;683;p18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4" name="Google Shape;684;p18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5" name="Google Shape;685;p18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686" name="Google Shape;686;p18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7" name="Google Shape;687;p18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688" name="Google Shape;688;p18"/>
            <p:cNvSpPr/>
            <p:nvPr/>
          </p:nvSpPr>
          <p:spPr>
            <a:xfrm>
              <a:off x="7828200" y="20736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9" name="Google Shape;689;p18"/>
            <p:cNvSpPr/>
            <p:nvPr/>
          </p:nvSpPr>
          <p:spPr>
            <a:xfrm>
              <a:off x="7823880" y="20232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0" name="Google Shape;690;p18"/>
            <p:cNvSpPr/>
            <p:nvPr/>
          </p:nvSpPr>
          <p:spPr>
            <a:xfrm>
              <a:off x="7900920" y="27972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1" name="Google Shape;691;p18"/>
            <p:cNvSpPr/>
            <p:nvPr/>
          </p:nvSpPr>
          <p:spPr>
            <a:xfrm>
              <a:off x="7896240" y="27468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2" name="Google Shape;692;p18"/>
            <p:cNvSpPr/>
            <p:nvPr/>
          </p:nvSpPr>
          <p:spPr>
            <a:xfrm>
              <a:off x="7979400" y="35856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3" name="Google Shape;693;p18"/>
            <p:cNvSpPr/>
            <p:nvPr/>
          </p:nvSpPr>
          <p:spPr>
            <a:xfrm>
              <a:off x="7975080" y="35388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94" name="Google Shape;694;p18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695" name="Google Shape;695;p18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6" name="Google Shape;696;p18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7" name="Google Shape;697;p18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8" name="Google Shape;698;p18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99" name="Google Shape;699;p18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700" name="Google Shape;700;p18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1" name="Google Shape;701;p18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2" name="Google Shape;702;p18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703" name="Google Shape;703;p18"/>
          <p:cNvCxnSpPr/>
          <p:nvPr/>
        </p:nvCxnSpPr>
        <p:spPr>
          <a:xfrm flipH="1">
            <a:off x="5101560" y="4512960"/>
            <a:ext cx="1133280" cy="30672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4" name="Google Shape;704;p18"/>
          <p:cNvCxnSpPr/>
          <p:nvPr/>
        </p:nvCxnSpPr>
        <p:spPr>
          <a:xfrm rot="10800000">
            <a:off x="6234480" y="4492080"/>
            <a:ext cx="1342800" cy="31572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5" name="Google Shape;705;p18"/>
          <p:cNvCxnSpPr/>
          <p:nvPr/>
        </p:nvCxnSpPr>
        <p:spPr>
          <a:xfrm flipH="1">
            <a:off x="7547400" y="4407840"/>
            <a:ext cx="1332360" cy="39240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18"/>
          <p:cNvCxnSpPr/>
          <p:nvPr/>
        </p:nvCxnSpPr>
        <p:spPr>
          <a:xfrm flipH="1">
            <a:off x="8871840" y="3993480"/>
            <a:ext cx="274320" cy="407520"/>
          </a:xfrm>
          <a:prstGeom prst="straightConnector1">
            <a:avLst/>
          </a:prstGeom>
          <a:noFill/>
          <a:ln cap="flat" cmpd="sng" w="9525">
            <a:solidFill>
              <a:srgbClr val="4949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07" name="Google Shape;707;p18"/>
          <p:cNvGrpSpPr/>
          <p:nvPr/>
        </p:nvGrpSpPr>
        <p:grpSpPr>
          <a:xfrm>
            <a:off x="7278840" y="4512960"/>
            <a:ext cx="581400" cy="582120"/>
            <a:chOff x="7278840" y="4512960"/>
            <a:chExt cx="581400" cy="582120"/>
          </a:xfrm>
        </p:grpSpPr>
        <p:sp>
          <p:nvSpPr>
            <p:cNvPr id="708" name="Google Shape;708;p18"/>
            <p:cNvSpPr/>
            <p:nvPr/>
          </p:nvSpPr>
          <p:spPr>
            <a:xfrm>
              <a:off x="7283520" y="451800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9" name="Google Shape;709;p18"/>
            <p:cNvSpPr/>
            <p:nvPr/>
          </p:nvSpPr>
          <p:spPr>
            <a:xfrm>
              <a:off x="7278840" y="451296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0" name="Google Shape;710;p18"/>
            <p:cNvSpPr/>
            <p:nvPr/>
          </p:nvSpPr>
          <p:spPr>
            <a:xfrm>
              <a:off x="7355880" y="459072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1" name="Google Shape;711;p18"/>
            <p:cNvSpPr/>
            <p:nvPr/>
          </p:nvSpPr>
          <p:spPr>
            <a:xfrm>
              <a:off x="7351560" y="458568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2" name="Google Shape;712;p18"/>
            <p:cNvSpPr/>
            <p:nvPr/>
          </p:nvSpPr>
          <p:spPr>
            <a:xfrm>
              <a:off x="7434360" y="466920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3" name="Google Shape;713;p18"/>
            <p:cNvSpPr/>
            <p:nvPr/>
          </p:nvSpPr>
          <p:spPr>
            <a:xfrm>
              <a:off x="7430040" y="466452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14" name="Google Shape;714;p18"/>
          <p:cNvGrpSpPr/>
          <p:nvPr/>
        </p:nvGrpSpPr>
        <p:grpSpPr>
          <a:xfrm>
            <a:off x="6099480" y="4340520"/>
            <a:ext cx="291600" cy="292320"/>
            <a:chOff x="6099480" y="4340520"/>
            <a:chExt cx="291600" cy="292320"/>
          </a:xfrm>
        </p:grpSpPr>
        <p:sp>
          <p:nvSpPr>
            <p:cNvPr id="715" name="Google Shape;715;p18"/>
            <p:cNvSpPr/>
            <p:nvPr/>
          </p:nvSpPr>
          <p:spPr>
            <a:xfrm>
              <a:off x="6104520" y="434556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6" name="Google Shape;716;p18"/>
            <p:cNvSpPr/>
            <p:nvPr/>
          </p:nvSpPr>
          <p:spPr>
            <a:xfrm>
              <a:off x="6099480" y="434052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6166440" y="440748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8" name="Google Shape;718;p18"/>
            <p:cNvSpPr/>
            <p:nvPr/>
          </p:nvSpPr>
          <p:spPr>
            <a:xfrm>
              <a:off x="6161760" y="440280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19" name="Google Shape;719;p18"/>
          <p:cNvGrpSpPr/>
          <p:nvPr/>
        </p:nvGrpSpPr>
        <p:grpSpPr>
          <a:xfrm>
            <a:off x="8792640" y="4314960"/>
            <a:ext cx="174600" cy="174600"/>
            <a:chOff x="8792640" y="4314960"/>
            <a:chExt cx="174600" cy="174600"/>
          </a:xfrm>
        </p:grpSpPr>
        <p:sp>
          <p:nvSpPr>
            <p:cNvPr id="720" name="Google Shape;720;p18"/>
            <p:cNvSpPr/>
            <p:nvPr/>
          </p:nvSpPr>
          <p:spPr>
            <a:xfrm>
              <a:off x="8797320" y="432000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1" name="Google Shape;721;p18"/>
            <p:cNvSpPr/>
            <p:nvPr/>
          </p:nvSpPr>
          <p:spPr>
            <a:xfrm>
              <a:off x="8792640" y="431496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2" name="Google Shape;722;p18"/>
            <p:cNvSpPr/>
            <p:nvPr/>
          </p:nvSpPr>
          <p:spPr>
            <a:xfrm>
              <a:off x="8834040" y="435636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3" name="Google Shape;723;p18"/>
            <p:cNvSpPr/>
            <p:nvPr/>
          </p:nvSpPr>
          <p:spPr>
            <a:xfrm>
              <a:off x="8829000" y="435168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24" name="Google Shape;724;p18"/>
          <p:cNvGrpSpPr/>
          <p:nvPr/>
        </p:nvGrpSpPr>
        <p:grpSpPr>
          <a:xfrm>
            <a:off x="4972680" y="4657680"/>
            <a:ext cx="292680" cy="293040"/>
            <a:chOff x="4972680" y="4657680"/>
            <a:chExt cx="292680" cy="293040"/>
          </a:xfrm>
        </p:grpSpPr>
        <p:sp>
          <p:nvSpPr>
            <p:cNvPr id="725" name="Google Shape;725;p18"/>
            <p:cNvSpPr/>
            <p:nvPr/>
          </p:nvSpPr>
          <p:spPr>
            <a:xfrm>
              <a:off x="4975200" y="466020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4972680" y="465768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7" name="Google Shape;727;p18"/>
            <p:cNvSpPr/>
            <p:nvPr/>
          </p:nvSpPr>
          <p:spPr>
            <a:xfrm>
              <a:off x="5011560" y="469656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8" name="Google Shape;728;p18"/>
            <p:cNvSpPr/>
            <p:nvPr/>
          </p:nvSpPr>
          <p:spPr>
            <a:xfrm>
              <a:off x="5009400" y="469404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9" name="Google Shape;729;p18"/>
            <p:cNvSpPr/>
            <p:nvPr/>
          </p:nvSpPr>
          <p:spPr>
            <a:xfrm>
              <a:off x="5051160" y="473616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0" name="Google Shape;730;p18"/>
            <p:cNvSpPr/>
            <p:nvPr/>
          </p:nvSpPr>
          <p:spPr>
            <a:xfrm>
              <a:off x="5049000" y="473400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31" name="Google Shape;731;p18"/>
          <p:cNvGrpSpPr/>
          <p:nvPr/>
        </p:nvGrpSpPr>
        <p:grpSpPr>
          <a:xfrm>
            <a:off x="8721720" y="4142520"/>
            <a:ext cx="174600" cy="26640"/>
            <a:chOff x="8721720" y="4142520"/>
            <a:chExt cx="174600" cy="26640"/>
          </a:xfrm>
        </p:grpSpPr>
        <p:sp>
          <p:nvSpPr>
            <p:cNvPr id="732" name="Google Shape;732;p18"/>
            <p:cNvSpPr/>
            <p:nvPr/>
          </p:nvSpPr>
          <p:spPr>
            <a:xfrm>
              <a:off x="872172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3" name="Google Shape;733;p18"/>
            <p:cNvSpPr/>
            <p:nvPr/>
          </p:nvSpPr>
          <p:spPr>
            <a:xfrm>
              <a:off x="87958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4" name="Google Shape;734;p18"/>
            <p:cNvSpPr/>
            <p:nvPr/>
          </p:nvSpPr>
          <p:spPr>
            <a:xfrm>
              <a:off x="88696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6" name="Google Shape;736;p19"/>
          <p:cNvGrpSpPr/>
          <p:nvPr/>
        </p:nvGrpSpPr>
        <p:grpSpPr>
          <a:xfrm>
            <a:off x="2132640" y="713160"/>
            <a:ext cx="4878360" cy="3716640"/>
            <a:chOff x="2132640" y="713160"/>
            <a:chExt cx="4878360" cy="3716640"/>
          </a:xfrm>
        </p:grpSpPr>
        <p:sp>
          <p:nvSpPr>
            <p:cNvPr id="737" name="Google Shape;737;p19"/>
            <p:cNvSpPr/>
            <p:nvPr/>
          </p:nvSpPr>
          <p:spPr>
            <a:xfrm>
              <a:off x="2132640" y="713520"/>
              <a:ext cx="4878360" cy="371592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8" name="Google Shape;738;p19"/>
            <p:cNvSpPr/>
            <p:nvPr/>
          </p:nvSpPr>
          <p:spPr>
            <a:xfrm>
              <a:off x="2198880" y="713160"/>
              <a:ext cx="4710240" cy="371664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39" name="Google Shape;739;p19"/>
          <p:cNvSpPr txBox="1"/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0" name="Google Shape;740;p19"/>
          <p:cNvSpPr txBox="1"/>
          <p:nvPr>
            <p:ph idx="2" type="title"/>
          </p:nvPr>
        </p:nvSpPr>
        <p:spPr>
          <a:xfrm>
            <a:off x="2971800" y="1161360"/>
            <a:ext cx="2967120" cy="1069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741" name="Google Shape;741;p19"/>
          <p:cNvGrpSpPr/>
          <p:nvPr/>
        </p:nvGrpSpPr>
        <p:grpSpPr>
          <a:xfrm>
            <a:off x="432720" y="0"/>
            <a:ext cx="8278200" cy="5166000"/>
            <a:chOff x="432720" y="0"/>
            <a:chExt cx="8278200" cy="5166000"/>
          </a:xfrm>
        </p:grpSpPr>
        <p:cxnSp>
          <p:nvCxnSpPr>
            <p:cNvPr id="742" name="Google Shape;742;p19"/>
            <p:cNvCxnSpPr/>
            <p:nvPr/>
          </p:nvCxnSpPr>
          <p:spPr>
            <a:xfrm flipH="1" rot="10800000">
              <a:off x="8420040" y="2664000"/>
              <a:ext cx="360" cy="25020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43" name="Google Shape;743;p19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744" name="Google Shape;744;p19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45" name="Google Shape;745;p19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46" name="Google Shape;746;p19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47" name="Google Shape;747;p19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48" name="Google Shape;748;p19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49" name="Google Shape;749;p19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750" name="Google Shape;750;p19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751" name="Google Shape;751;p19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52" name="Google Shape;752;p19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53" name="Google Shape;753;p19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54" name="Google Shape;754;p19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755" name="Google Shape;755;p19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756" name="Google Shape;756;p19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57" name="Google Shape;757;p19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58" name="Google Shape;758;p19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59" name="Google Shape;759;p19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760" name="Google Shape;760;p19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61" name="Google Shape;761;p19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762" name="Google Shape;762;p19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63" name="Google Shape;763;p19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64" name="Google Shape;764;p19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65" name="Google Shape;765;p19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66" name="Google Shape;766;p19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67" name="Google Shape;767;p19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768" name="Google Shape;768;p19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769" name="Google Shape;769;p19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70" name="Google Shape;770;p19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71" name="Google Shape;771;p19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72" name="Google Shape;772;p19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773" name="Google Shape;773;p19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774" name="Google Shape;774;p19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76" name="Google Shape;776;p19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77" name="Google Shape;777;p19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778" name="Google Shape;778;p19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779" name="Google Shape;779;p19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80" name="Google Shape;780;p19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786" name="Google Shape;786;p19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787" name="Google Shape;787;p19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794" name="Google Shape;794;p19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5" name="Google Shape;795;p19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6" name="Google Shape;796;p19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7" name="Google Shape;797;p19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8" name="Google Shape;798;p19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9" name="Google Shape;799;p19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0"/>
          <p:cNvSpPr txBox="1"/>
          <p:nvPr>
            <p:ph type="title"/>
          </p:nvPr>
        </p:nvSpPr>
        <p:spPr>
          <a:xfrm>
            <a:off x="2962800" y="338400"/>
            <a:ext cx="3218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802" name="Google Shape;802;p20"/>
          <p:cNvGrpSpPr/>
          <p:nvPr/>
        </p:nvGrpSpPr>
        <p:grpSpPr>
          <a:xfrm>
            <a:off x="262080" y="-1080"/>
            <a:ext cx="8550000" cy="3981600"/>
            <a:chOff x="262080" y="-1080"/>
            <a:chExt cx="8550000" cy="3981600"/>
          </a:xfrm>
        </p:grpSpPr>
        <p:cxnSp>
          <p:nvCxnSpPr>
            <p:cNvPr id="803" name="Google Shape;803;p20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noFill/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4" name="Google Shape;804;p20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noFill/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05" name="Google Shape;805;p20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806" name="Google Shape;806;p20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810" name="Google Shape;810;p20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811" name="Google Shape;811;p20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12" name="Google Shape;812;p20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13" name="Google Shape;813;p20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14" name="Google Shape;814;p20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815" name="Google Shape;815;p20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816" name="Google Shape;816;p20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17" name="Google Shape;817;p20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18" name="Google Shape;818;p20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19" name="Google Shape;819;p20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20" name="Google Shape;820;p20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21" name="Google Shape;821;p20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21"/>
          <p:cNvSpPr txBox="1"/>
          <p:nvPr>
            <p:ph idx="1" type="body"/>
          </p:nvPr>
        </p:nvSpPr>
        <p:spPr>
          <a:xfrm>
            <a:off x="586800" y="974520"/>
            <a:ext cx="3194280" cy="319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4" name="Google Shape;824;p21"/>
          <p:cNvSpPr txBox="1"/>
          <p:nvPr>
            <p:ph type="title"/>
          </p:nvPr>
        </p:nvSpPr>
        <p:spPr>
          <a:xfrm>
            <a:off x="4170600" y="1369080"/>
            <a:ext cx="3879360" cy="738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5" name="Google Shape;825;p21"/>
          <p:cNvSpPr txBox="1"/>
          <p:nvPr>
            <p:ph idx="2" type="body"/>
          </p:nvPr>
        </p:nvSpPr>
        <p:spPr>
          <a:xfrm>
            <a:off x="4170600" y="2107800"/>
            <a:ext cx="3879360" cy="16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826" name="Google Shape;826;p21"/>
          <p:cNvCxnSpPr/>
          <p:nvPr/>
        </p:nvCxnSpPr>
        <p:spPr>
          <a:xfrm flipH="1">
            <a:off x="5825520" y="446760"/>
            <a:ext cx="1672560" cy="1263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7" name="Google Shape;827;p21"/>
          <p:cNvCxnSpPr/>
          <p:nvPr/>
        </p:nvCxnSpPr>
        <p:spPr>
          <a:xfrm rot="10800000">
            <a:off x="7511400" y="453240"/>
            <a:ext cx="829800" cy="7437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8" name="Google Shape;828;p21"/>
          <p:cNvCxnSpPr/>
          <p:nvPr/>
        </p:nvCxnSpPr>
        <p:spPr>
          <a:xfrm flipH="1">
            <a:off x="8347320" y="-10800"/>
            <a:ext cx="797040" cy="11880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29" name="Google Shape;829;p21"/>
          <p:cNvGrpSpPr/>
          <p:nvPr/>
        </p:nvGrpSpPr>
        <p:grpSpPr>
          <a:xfrm>
            <a:off x="8062920" y="883440"/>
            <a:ext cx="581400" cy="582120"/>
            <a:chOff x="8062920" y="883440"/>
            <a:chExt cx="581400" cy="582120"/>
          </a:xfrm>
        </p:grpSpPr>
        <p:sp>
          <p:nvSpPr>
            <p:cNvPr id="830" name="Google Shape;830;p21"/>
            <p:cNvSpPr/>
            <p:nvPr/>
          </p:nvSpPr>
          <p:spPr>
            <a:xfrm>
              <a:off x="8067240" y="88848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8062920" y="88344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8139600" y="96084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8135280" y="95580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8218440" y="103968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5" name="Google Shape;835;p21"/>
            <p:cNvSpPr/>
            <p:nvPr/>
          </p:nvSpPr>
          <p:spPr>
            <a:xfrm>
              <a:off x="8213760" y="103500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36" name="Google Shape;836;p21"/>
          <p:cNvGrpSpPr/>
          <p:nvPr/>
        </p:nvGrpSpPr>
        <p:grpSpPr>
          <a:xfrm>
            <a:off x="7351560" y="311760"/>
            <a:ext cx="291600" cy="292320"/>
            <a:chOff x="7351560" y="311760"/>
            <a:chExt cx="291600" cy="292320"/>
          </a:xfrm>
        </p:grpSpPr>
        <p:sp>
          <p:nvSpPr>
            <p:cNvPr id="837" name="Google Shape;837;p21"/>
            <p:cNvSpPr/>
            <p:nvPr/>
          </p:nvSpPr>
          <p:spPr>
            <a:xfrm>
              <a:off x="7356600" y="31680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7351560" y="31176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7418520" y="37872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7413840" y="37440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41" name="Google Shape;841;p21"/>
          <p:cNvSpPr/>
          <p:nvPr/>
        </p:nvSpPr>
        <p:spPr>
          <a:xfrm>
            <a:off x="5689080" y="421560"/>
            <a:ext cx="288360" cy="288000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2" name="Google Shape;842;p21"/>
          <p:cNvSpPr/>
          <p:nvPr/>
        </p:nvSpPr>
        <p:spPr>
          <a:xfrm>
            <a:off x="5686920" y="419040"/>
            <a:ext cx="292680" cy="293040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3" name="Google Shape;843;p21"/>
          <p:cNvSpPr/>
          <p:nvPr/>
        </p:nvSpPr>
        <p:spPr>
          <a:xfrm>
            <a:off x="5725440" y="457920"/>
            <a:ext cx="215280" cy="214920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4" name="Google Shape;844;p21"/>
          <p:cNvSpPr/>
          <p:nvPr/>
        </p:nvSpPr>
        <p:spPr>
          <a:xfrm>
            <a:off x="5723280" y="455400"/>
            <a:ext cx="219600" cy="21996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5" name="Google Shape;845;p21"/>
          <p:cNvSpPr/>
          <p:nvPr/>
        </p:nvSpPr>
        <p:spPr>
          <a:xfrm>
            <a:off x="5765040" y="497520"/>
            <a:ext cx="135720" cy="135720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025" lIns="91425" spcFirstLastPara="1" rIns="91425" wrap="square" tIns="68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6" name="Google Shape;846;p21"/>
          <p:cNvSpPr/>
          <p:nvPr/>
        </p:nvSpPr>
        <p:spPr>
          <a:xfrm>
            <a:off x="5762880" y="495360"/>
            <a:ext cx="140760" cy="140400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70200" lIns="91425" spcFirstLastPara="1" rIns="91425" wrap="square" tIns="70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47" name="Google Shape;847;p21"/>
          <p:cNvGrpSpPr/>
          <p:nvPr/>
        </p:nvGrpSpPr>
        <p:grpSpPr>
          <a:xfrm>
            <a:off x="5441760" y="284760"/>
            <a:ext cx="174600" cy="26640"/>
            <a:chOff x="5441760" y="284760"/>
            <a:chExt cx="174600" cy="26640"/>
          </a:xfrm>
        </p:grpSpPr>
        <p:sp>
          <p:nvSpPr>
            <p:cNvPr id="848" name="Google Shape;848;p21"/>
            <p:cNvSpPr/>
            <p:nvPr/>
          </p:nvSpPr>
          <p:spPr>
            <a:xfrm>
              <a:off x="544176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551592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558972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51" name="Google Shape;851;p21"/>
          <p:cNvGrpSpPr/>
          <p:nvPr/>
        </p:nvGrpSpPr>
        <p:grpSpPr>
          <a:xfrm>
            <a:off x="8488440" y="166680"/>
            <a:ext cx="174960" cy="26640"/>
            <a:chOff x="8488440" y="166680"/>
            <a:chExt cx="174960" cy="26640"/>
          </a:xfrm>
        </p:grpSpPr>
        <p:sp>
          <p:nvSpPr>
            <p:cNvPr id="852" name="Google Shape;852;p21"/>
            <p:cNvSpPr/>
            <p:nvPr/>
          </p:nvSpPr>
          <p:spPr>
            <a:xfrm>
              <a:off x="848844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856260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863676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855" name="Google Shape;855;p21"/>
          <p:cNvCxnSpPr/>
          <p:nvPr/>
        </p:nvCxnSpPr>
        <p:spPr>
          <a:xfrm flipH="1">
            <a:off x="7195320" y="4212360"/>
            <a:ext cx="1157400" cy="54288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p21"/>
          <p:cNvCxnSpPr/>
          <p:nvPr/>
        </p:nvCxnSpPr>
        <p:spPr>
          <a:xfrm rot="10800000">
            <a:off x="8352360" y="4220280"/>
            <a:ext cx="792000" cy="83664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57" name="Google Shape;857;p21"/>
          <p:cNvGrpSpPr/>
          <p:nvPr/>
        </p:nvGrpSpPr>
        <p:grpSpPr>
          <a:xfrm>
            <a:off x="8062920" y="3940200"/>
            <a:ext cx="581400" cy="582120"/>
            <a:chOff x="8062920" y="3940200"/>
            <a:chExt cx="581400" cy="582120"/>
          </a:xfrm>
        </p:grpSpPr>
        <p:sp>
          <p:nvSpPr>
            <p:cNvPr id="858" name="Google Shape;858;p21"/>
            <p:cNvSpPr/>
            <p:nvPr/>
          </p:nvSpPr>
          <p:spPr>
            <a:xfrm flipH="1" rot="10800000">
              <a:off x="8067240" y="394524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9" name="Google Shape;859;p21"/>
            <p:cNvSpPr/>
            <p:nvPr/>
          </p:nvSpPr>
          <p:spPr>
            <a:xfrm flipH="1" rot="10800000">
              <a:off x="8062920" y="394020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0" name="Google Shape;860;p21"/>
            <p:cNvSpPr/>
            <p:nvPr/>
          </p:nvSpPr>
          <p:spPr>
            <a:xfrm flipH="1" rot="10800000">
              <a:off x="8139600" y="401832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1" name="Google Shape;861;p21"/>
            <p:cNvSpPr/>
            <p:nvPr/>
          </p:nvSpPr>
          <p:spPr>
            <a:xfrm flipH="1" rot="10800000">
              <a:off x="8135280" y="401328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2" name="Google Shape;862;p21"/>
            <p:cNvSpPr/>
            <p:nvPr/>
          </p:nvSpPr>
          <p:spPr>
            <a:xfrm flipH="1" rot="10800000">
              <a:off x="8218440" y="409680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3" name="Google Shape;863;p21"/>
            <p:cNvSpPr/>
            <p:nvPr/>
          </p:nvSpPr>
          <p:spPr>
            <a:xfrm flipH="1" rot="10800000">
              <a:off x="8213760" y="409176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64" name="Google Shape;864;p21"/>
          <p:cNvGrpSpPr/>
          <p:nvPr/>
        </p:nvGrpSpPr>
        <p:grpSpPr>
          <a:xfrm>
            <a:off x="7032240" y="4586760"/>
            <a:ext cx="291600" cy="292320"/>
            <a:chOff x="7032240" y="4586760"/>
            <a:chExt cx="291600" cy="292320"/>
          </a:xfrm>
        </p:grpSpPr>
        <p:sp>
          <p:nvSpPr>
            <p:cNvPr id="865" name="Google Shape;865;p21"/>
            <p:cNvSpPr/>
            <p:nvPr/>
          </p:nvSpPr>
          <p:spPr>
            <a:xfrm flipH="1" rot="10800000">
              <a:off x="7037280" y="459180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6" name="Google Shape;866;p21"/>
            <p:cNvSpPr/>
            <p:nvPr/>
          </p:nvSpPr>
          <p:spPr>
            <a:xfrm flipH="1" rot="10800000">
              <a:off x="7032240" y="458676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7" name="Google Shape;867;p21"/>
            <p:cNvSpPr/>
            <p:nvPr/>
          </p:nvSpPr>
          <p:spPr>
            <a:xfrm flipH="1" rot="10800000">
              <a:off x="7099200" y="465336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8" name="Google Shape;868;p21"/>
            <p:cNvSpPr/>
            <p:nvPr/>
          </p:nvSpPr>
          <p:spPr>
            <a:xfrm flipH="1" rot="10800000">
              <a:off x="7094880" y="464832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69" name="Google Shape;869;p21"/>
          <p:cNvGrpSpPr/>
          <p:nvPr/>
        </p:nvGrpSpPr>
        <p:grpSpPr>
          <a:xfrm>
            <a:off x="8756640" y="4644720"/>
            <a:ext cx="174600" cy="174600"/>
            <a:chOff x="8756640" y="4644720"/>
            <a:chExt cx="174600" cy="174600"/>
          </a:xfrm>
        </p:grpSpPr>
        <p:sp>
          <p:nvSpPr>
            <p:cNvPr id="870" name="Google Shape;870;p21"/>
            <p:cNvSpPr/>
            <p:nvPr/>
          </p:nvSpPr>
          <p:spPr>
            <a:xfrm flipH="1" rot="10800000">
              <a:off x="8760960" y="464940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1" name="Google Shape;871;p21"/>
            <p:cNvSpPr/>
            <p:nvPr/>
          </p:nvSpPr>
          <p:spPr>
            <a:xfrm flipH="1" rot="10800000">
              <a:off x="8756640" y="464472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2" name="Google Shape;872;p21"/>
            <p:cNvSpPr/>
            <p:nvPr/>
          </p:nvSpPr>
          <p:spPr>
            <a:xfrm flipH="1" rot="10800000">
              <a:off x="8797680" y="468612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3" name="Google Shape;873;p21"/>
            <p:cNvSpPr/>
            <p:nvPr/>
          </p:nvSpPr>
          <p:spPr>
            <a:xfrm flipH="1" rot="10800000">
              <a:off x="8792640" y="468180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74" name="Google Shape;874;p21"/>
          <p:cNvGrpSpPr/>
          <p:nvPr/>
        </p:nvGrpSpPr>
        <p:grpSpPr>
          <a:xfrm>
            <a:off x="8488440" y="4852440"/>
            <a:ext cx="174960" cy="26640"/>
            <a:chOff x="8488440" y="4852440"/>
            <a:chExt cx="174960" cy="26640"/>
          </a:xfrm>
        </p:grpSpPr>
        <p:sp>
          <p:nvSpPr>
            <p:cNvPr id="875" name="Google Shape;875;p21"/>
            <p:cNvSpPr/>
            <p:nvPr/>
          </p:nvSpPr>
          <p:spPr>
            <a:xfrm flipH="1" rot="10800000">
              <a:off x="848844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6" name="Google Shape;876;p21"/>
            <p:cNvSpPr/>
            <p:nvPr/>
          </p:nvSpPr>
          <p:spPr>
            <a:xfrm flipH="1" rot="10800000">
              <a:off x="856260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7" name="Google Shape;877;p21"/>
            <p:cNvSpPr/>
            <p:nvPr/>
          </p:nvSpPr>
          <p:spPr>
            <a:xfrm flipH="1" rot="10800000">
              <a:off x="863676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8">
  <p:cSld name="CUSTOM_18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9" name="Google Shape;879;p22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0" name="Google Shape;880;p22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1" name="Google Shape;881;p22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2" name="Google Shape;882;p22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83" name="Google Shape;883;p22"/>
          <p:cNvGrpSpPr/>
          <p:nvPr/>
        </p:nvGrpSpPr>
        <p:grpSpPr>
          <a:xfrm>
            <a:off x="7407360" y="1284480"/>
            <a:ext cx="582120" cy="581400"/>
            <a:chOff x="7407360" y="1284480"/>
            <a:chExt cx="582120" cy="581400"/>
          </a:xfrm>
        </p:grpSpPr>
        <p:sp>
          <p:nvSpPr>
            <p:cNvPr id="884" name="Google Shape;884;p22"/>
            <p:cNvSpPr/>
            <p:nvPr/>
          </p:nvSpPr>
          <p:spPr>
            <a:xfrm flipH="1" rot="5400000">
              <a:off x="7412040" y="128952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5" name="Google Shape;885;p22"/>
            <p:cNvSpPr/>
            <p:nvPr/>
          </p:nvSpPr>
          <p:spPr>
            <a:xfrm flipH="1" rot="5400000">
              <a:off x="7407720" y="128412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6" name="Google Shape;886;p22"/>
            <p:cNvSpPr/>
            <p:nvPr/>
          </p:nvSpPr>
          <p:spPr>
            <a:xfrm flipH="1" rot="5400000">
              <a:off x="7484760" y="136260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7" name="Google Shape;887;p22"/>
            <p:cNvSpPr/>
            <p:nvPr/>
          </p:nvSpPr>
          <p:spPr>
            <a:xfrm flipH="1" rot="5400000">
              <a:off x="7480080" y="135648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8" name="Google Shape;888;p22"/>
            <p:cNvSpPr/>
            <p:nvPr/>
          </p:nvSpPr>
          <p:spPr>
            <a:xfrm flipH="1" rot="5400000">
              <a:off x="7563240" y="144108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9" name="Google Shape;889;p22"/>
            <p:cNvSpPr/>
            <p:nvPr/>
          </p:nvSpPr>
          <p:spPr>
            <a:xfrm flipH="1" rot="5400000">
              <a:off x="7558560" y="143604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90" name="Google Shape;890;p22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891" name="Google Shape;891;p22"/>
            <p:cNvSpPr/>
            <p:nvPr/>
          </p:nvSpPr>
          <p:spPr>
            <a:xfrm flipH="1" rot="5400000">
              <a:off x="7874640" y="275904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2" name="Google Shape;892;p22"/>
            <p:cNvSpPr/>
            <p:nvPr/>
          </p:nvSpPr>
          <p:spPr>
            <a:xfrm flipH="1" rot="5400000">
              <a:off x="7869960" y="275400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3" name="Google Shape;893;p22"/>
            <p:cNvSpPr/>
            <p:nvPr/>
          </p:nvSpPr>
          <p:spPr>
            <a:xfrm flipH="1" rot="5400000">
              <a:off x="7937280" y="282060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4" name="Google Shape;894;p22"/>
            <p:cNvSpPr/>
            <p:nvPr/>
          </p:nvSpPr>
          <p:spPr>
            <a:xfrm flipH="1" rot="5400000">
              <a:off x="7932240" y="281556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95" name="Google Shape;895;p22"/>
          <p:cNvGrpSpPr/>
          <p:nvPr/>
        </p:nvGrpSpPr>
        <p:grpSpPr>
          <a:xfrm>
            <a:off x="8012880" y="177480"/>
            <a:ext cx="174600" cy="174600"/>
            <a:chOff x="8012880" y="177480"/>
            <a:chExt cx="174600" cy="174600"/>
          </a:xfrm>
        </p:grpSpPr>
        <p:sp>
          <p:nvSpPr>
            <p:cNvPr id="896" name="Google Shape;896;p22"/>
            <p:cNvSpPr/>
            <p:nvPr/>
          </p:nvSpPr>
          <p:spPr>
            <a:xfrm flipH="1" rot="5400000">
              <a:off x="8016840" y="18252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7" name="Google Shape;897;p22"/>
            <p:cNvSpPr/>
            <p:nvPr/>
          </p:nvSpPr>
          <p:spPr>
            <a:xfrm flipH="1" rot="5400000">
              <a:off x="8012880" y="17748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8" name="Google Shape;898;p22"/>
            <p:cNvSpPr/>
            <p:nvPr/>
          </p:nvSpPr>
          <p:spPr>
            <a:xfrm flipH="1" rot="5400000">
              <a:off x="8053560" y="21888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9" name="Google Shape;899;p22"/>
            <p:cNvSpPr/>
            <p:nvPr/>
          </p:nvSpPr>
          <p:spPr>
            <a:xfrm flipH="1" rot="5400000">
              <a:off x="8048880" y="21492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00" name="Google Shape;900;p22"/>
          <p:cNvGrpSpPr/>
          <p:nvPr/>
        </p:nvGrpSpPr>
        <p:grpSpPr>
          <a:xfrm>
            <a:off x="7551540" y="3880260"/>
            <a:ext cx="293040" cy="292680"/>
            <a:chOff x="7551540" y="3880260"/>
            <a:chExt cx="293040" cy="292680"/>
          </a:xfrm>
        </p:grpSpPr>
        <p:sp>
          <p:nvSpPr>
            <p:cNvPr id="901" name="Google Shape;901;p22"/>
            <p:cNvSpPr/>
            <p:nvPr/>
          </p:nvSpPr>
          <p:spPr>
            <a:xfrm flipH="1" rot="5400000">
              <a:off x="7553880" y="388260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2" name="Google Shape;902;p22"/>
            <p:cNvSpPr/>
            <p:nvPr/>
          </p:nvSpPr>
          <p:spPr>
            <a:xfrm flipH="1" rot="5400000">
              <a:off x="7551720" y="388008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3" name="Google Shape;903;p22"/>
            <p:cNvSpPr/>
            <p:nvPr/>
          </p:nvSpPr>
          <p:spPr>
            <a:xfrm flipH="1" rot="5400000">
              <a:off x="7589520" y="391932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4" name="Google Shape;904;p22"/>
            <p:cNvSpPr/>
            <p:nvPr/>
          </p:nvSpPr>
          <p:spPr>
            <a:xfrm flipH="1" rot="5400000">
              <a:off x="7587360" y="391680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5" name="Google Shape;905;p22"/>
            <p:cNvSpPr/>
            <p:nvPr/>
          </p:nvSpPr>
          <p:spPr>
            <a:xfrm flipH="1" rot="5400000">
              <a:off x="7629480" y="395928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6" name="Google Shape;906;p22"/>
            <p:cNvSpPr/>
            <p:nvPr/>
          </p:nvSpPr>
          <p:spPr>
            <a:xfrm flipH="1" rot="5400000">
              <a:off x="7627680" y="395640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07" name="Google Shape;907;p22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908" name="Google Shape;908;p22"/>
            <p:cNvSpPr/>
            <p:nvPr/>
          </p:nvSpPr>
          <p:spPr>
            <a:xfrm flipH="1" rot="5400000">
              <a:off x="8333280" y="39708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9" name="Google Shape;909;p22"/>
            <p:cNvSpPr/>
            <p:nvPr/>
          </p:nvSpPr>
          <p:spPr>
            <a:xfrm flipH="1" rot="5400000">
              <a:off x="8333280" y="32328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0" name="Google Shape;910;p22"/>
            <p:cNvSpPr/>
            <p:nvPr/>
          </p:nvSpPr>
          <p:spPr>
            <a:xfrm flipH="1" rot="5400000">
              <a:off x="8333280" y="24912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911" name="Google Shape;911;p22"/>
          <p:cNvCxnSpPr/>
          <p:nvPr/>
        </p:nvCxnSpPr>
        <p:spPr>
          <a:xfrm rot="10800000">
            <a:off x="1513800" y="1824840"/>
            <a:ext cx="126360" cy="167292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2" name="Google Shape;912;p22"/>
          <p:cNvCxnSpPr/>
          <p:nvPr/>
        </p:nvCxnSpPr>
        <p:spPr>
          <a:xfrm flipH="1" rot="10800000">
            <a:off x="889920" y="3510720"/>
            <a:ext cx="743760" cy="8298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3" name="Google Shape;913;p22"/>
          <p:cNvCxnSpPr/>
          <p:nvPr/>
        </p:nvCxnSpPr>
        <p:spPr>
          <a:xfrm rot="10800000">
            <a:off x="909720" y="4347000"/>
            <a:ext cx="1188360" cy="79668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14" name="Google Shape;914;p22"/>
          <p:cNvGrpSpPr/>
          <p:nvPr/>
        </p:nvGrpSpPr>
        <p:grpSpPr>
          <a:xfrm>
            <a:off x="621000" y="4062240"/>
            <a:ext cx="582120" cy="581400"/>
            <a:chOff x="621000" y="4062240"/>
            <a:chExt cx="582120" cy="581400"/>
          </a:xfrm>
        </p:grpSpPr>
        <p:sp>
          <p:nvSpPr>
            <p:cNvPr id="915" name="Google Shape;915;p22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6" name="Google Shape;916;p22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7" name="Google Shape;917;p22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8" name="Google Shape;918;p22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9" name="Google Shape;919;p22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0" name="Google Shape;920;p22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21" name="Google Shape;921;p22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922" name="Google Shape;922;p22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3" name="Google Shape;923;p22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4" name="Google Shape;924;p22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5" name="Google Shape;925;p22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26" name="Google Shape;926;p22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927" name="Google Shape;927;p22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8" name="Google Shape;928;p22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29" name="Google Shape;929;p22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0" name="Google Shape;930;p22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31" name="Google Shape;931;p22"/>
          <p:cNvSpPr/>
          <p:nvPr/>
        </p:nvSpPr>
        <p:spPr>
          <a:xfrm rot="5400000">
            <a:off x="1377360" y="1688760"/>
            <a:ext cx="288360" cy="288000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32" name="Google Shape;932;p22"/>
          <p:cNvSpPr/>
          <p:nvPr/>
        </p:nvSpPr>
        <p:spPr>
          <a:xfrm rot="5400000">
            <a:off x="1375200" y="1685880"/>
            <a:ext cx="292680" cy="293040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33" name="Google Shape;933;p22"/>
          <p:cNvSpPr/>
          <p:nvPr/>
        </p:nvSpPr>
        <p:spPr>
          <a:xfrm rot="5400000">
            <a:off x="1413720" y="1725120"/>
            <a:ext cx="215280" cy="214920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34" name="Google Shape;934;p22"/>
          <p:cNvSpPr/>
          <p:nvPr/>
        </p:nvSpPr>
        <p:spPr>
          <a:xfrm rot="5400000">
            <a:off x="1411560" y="1722600"/>
            <a:ext cx="219600" cy="21996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35" name="Google Shape;935;p22"/>
          <p:cNvSpPr/>
          <p:nvPr/>
        </p:nvSpPr>
        <p:spPr>
          <a:xfrm rot="5400000">
            <a:off x="1453680" y="1764720"/>
            <a:ext cx="135720" cy="135720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>
            <a:noFill/>
          </a:ln>
        </p:spPr>
        <p:txBody>
          <a:bodyPr anchorCtr="0" anchor="ctr" bIns="68025" lIns="91425" spcFirstLastPara="1" rIns="91425" wrap="square" tIns="68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36" name="Google Shape;936;p22"/>
          <p:cNvSpPr/>
          <p:nvPr/>
        </p:nvSpPr>
        <p:spPr>
          <a:xfrm rot="5400000">
            <a:off x="1451160" y="1762560"/>
            <a:ext cx="140760" cy="140400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anchorCtr="0" anchor="ctr" bIns="70200" lIns="91425" spcFirstLastPara="1" rIns="91425" wrap="square" tIns="70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937" name="Google Shape;937;p22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938" name="Google Shape;938;p22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9" name="Google Shape;939;p22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0" name="Google Shape;940;p22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41" name="Google Shape;941;p22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942" name="Google Shape;942;p22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3" name="Google Shape;943;p22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4" name="Google Shape;944;p22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45" name="Google Shape;945;p22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946" name="Google Shape;946;p22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7" name="Google Shape;947;p22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8" name="Google Shape;948;p22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9">
  <p:cSld name="CUSTOM_19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0" name="Google Shape;950;p23"/>
          <p:cNvGrpSpPr/>
          <p:nvPr/>
        </p:nvGrpSpPr>
        <p:grpSpPr>
          <a:xfrm>
            <a:off x="262080" y="-1080"/>
            <a:ext cx="8550000" cy="3981600"/>
            <a:chOff x="262080" y="-1080"/>
            <a:chExt cx="8550000" cy="3981600"/>
          </a:xfrm>
        </p:grpSpPr>
        <p:cxnSp>
          <p:nvCxnSpPr>
            <p:cNvPr id="951" name="Google Shape;951;p23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2" name="Google Shape;952;p23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53" name="Google Shape;953;p23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954" name="Google Shape;954;p23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5" name="Google Shape;955;p23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6" name="Google Shape;956;p23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7" name="Google Shape;957;p23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958" name="Google Shape;958;p23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959" name="Google Shape;959;p23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60" name="Google Shape;960;p23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61" name="Google Shape;961;p23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62" name="Google Shape;962;p23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963" name="Google Shape;963;p23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964" name="Google Shape;964;p23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65" name="Google Shape;965;p23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66" name="Google Shape;966;p23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67" name="Google Shape;967;p23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68" name="Google Shape;968;p23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69" name="Google Shape;969;p23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0">
  <p:cSld name="CUSTOM_20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1" name="Google Shape;971;p24"/>
          <p:cNvGrpSpPr/>
          <p:nvPr/>
        </p:nvGrpSpPr>
        <p:grpSpPr>
          <a:xfrm>
            <a:off x="432720" y="0"/>
            <a:ext cx="8278200" cy="5166000"/>
            <a:chOff x="432720" y="0"/>
            <a:chExt cx="8278200" cy="5166000"/>
          </a:xfrm>
        </p:grpSpPr>
        <p:cxnSp>
          <p:nvCxnSpPr>
            <p:cNvPr id="972" name="Google Shape;972;p24"/>
            <p:cNvCxnSpPr/>
            <p:nvPr/>
          </p:nvCxnSpPr>
          <p:spPr>
            <a:xfrm flipH="1" rot="10800000">
              <a:off x="8420040" y="2664000"/>
              <a:ext cx="360" cy="25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73" name="Google Shape;973;p24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974" name="Google Shape;974;p24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75" name="Google Shape;975;p24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76" name="Google Shape;976;p24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77" name="Google Shape;977;p24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78" name="Google Shape;978;p24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79" name="Google Shape;979;p24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980" name="Google Shape;980;p24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981" name="Google Shape;981;p24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82" name="Google Shape;982;p24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83" name="Google Shape;983;p24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84" name="Google Shape;984;p24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985" name="Google Shape;985;p24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986" name="Google Shape;986;p24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87" name="Google Shape;987;p24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88" name="Google Shape;988;p24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89" name="Google Shape;989;p24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990" name="Google Shape;990;p24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91" name="Google Shape;991;p24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992" name="Google Shape;992;p24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3" name="Google Shape;993;p24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4" name="Google Shape;994;p24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5" name="Google Shape;995;p24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6" name="Google Shape;996;p24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7" name="Google Shape;997;p24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998" name="Google Shape;998;p24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999" name="Google Shape;999;p24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00" name="Google Shape;1000;p24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01" name="Google Shape;1001;p24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02" name="Google Shape;1002;p24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03" name="Google Shape;1003;p24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004" name="Google Shape;1004;p24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05" name="Google Shape;1005;p24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06" name="Google Shape;1006;p24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07" name="Google Shape;1007;p24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08" name="Google Shape;1008;p24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009" name="Google Shape;1009;p24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10" name="Google Shape;1010;p24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11" name="Google Shape;1011;p24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12" name="Google Shape;1012;p24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013" name="Google Shape;1013;p24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14" name="Google Shape;1014;p24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15" name="Google Shape;1015;p24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16" name="Google Shape;1016;p24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017" name="Google Shape;1017;p24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18" name="Google Shape;1018;p24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19" name="Google Shape;1019;p24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20" name="Google Shape;1020;p24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021" name="Google Shape;1021;p24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1024" name="Google Shape;1024;p24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5" name="Google Shape;1025;p24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6" name="Google Shape;1026;p24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7" name="Google Shape;1027;p24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8" name="Google Shape;1028;p24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9" name="Google Shape;1029;p24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">
  <p:cSld name="CUSTOM_21"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oogle Shape;1031;p25"/>
          <p:cNvGrpSpPr/>
          <p:nvPr/>
        </p:nvGrpSpPr>
        <p:grpSpPr>
          <a:xfrm>
            <a:off x="-6840" y="-6480"/>
            <a:ext cx="9152640" cy="5101560"/>
            <a:chOff x="-6840" y="-6480"/>
            <a:chExt cx="9152640" cy="5101560"/>
          </a:xfrm>
        </p:grpSpPr>
        <p:cxnSp>
          <p:nvCxnSpPr>
            <p:cNvPr id="1032" name="Google Shape;1032;p25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noFill/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3" name="Google Shape;1033;p25"/>
            <p:cNvCxnSpPr/>
            <p:nvPr/>
          </p:nvCxnSpPr>
          <p:spPr>
            <a:xfrm flipH="1" rot="10800000">
              <a:off x="1562040" y="4492080"/>
              <a:ext cx="1342440" cy="315720"/>
            </a:xfrm>
            <a:prstGeom prst="straightConnector1">
              <a:avLst/>
            </a:prstGeom>
            <a:noFill/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4" name="Google Shape;1034;p25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noFill/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5" name="Google Shape;1035;p25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noFill/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36" name="Google Shape;1036;p25"/>
            <p:cNvGrpSpPr/>
            <p:nvPr/>
          </p:nvGrpSpPr>
          <p:grpSpPr>
            <a:xfrm>
              <a:off x="1277640" y="4512960"/>
              <a:ext cx="581400" cy="582120"/>
              <a:chOff x="1277640" y="4512960"/>
              <a:chExt cx="581400" cy="582120"/>
            </a:xfrm>
          </p:grpSpPr>
          <p:sp>
            <p:nvSpPr>
              <p:cNvPr id="1037" name="Google Shape;1037;p25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38" name="Google Shape;1038;p25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39" name="Google Shape;1039;p25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40" name="Google Shape;1040;p25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41" name="Google Shape;1041;p25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42" name="Google Shape;1042;p25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43" name="Google Shape;1043;p25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044" name="Google Shape;1044;p25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45" name="Google Shape;1045;p25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46" name="Google Shape;1046;p25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47" name="Google Shape;1047;p25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48" name="Google Shape;1048;p25"/>
            <p:cNvGrpSpPr/>
            <p:nvPr/>
          </p:nvGrpSpPr>
          <p:grpSpPr>
            <a:xfrm>
              <a:off x="170640" y="4314960"/>
              <a:ext cx="174600" cy="174600"/>
              <a:chOff x="170640" y="4314960"/>
              <a:chExt cx="174600" cy="174600"/>
            </a:xfrm>
          </p:grpSpPr>
          <p:sp>
            <p:nvSpPr>
              <p:cNvPr id="1049" name="Google Shape;1049;p25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50" name="Google Shape;1050;p25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51" name="Google Shape;1051;p25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52" name="Google Shape;1052;p25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53" name="Google Shape;1053;p25"/>
            <p:cNvGrpSpPr/>
            <p:nvPr/>
          </p:nvGrpSpPr>
          <p:grpSpPr>
            <a:xfrm>
              <a:off x="3872520" y="4657680"/>
              <a:ext cx="292680" cy="293040"/>
              <a:chOff x="3872520" y="4657680"/>
              <a:chExt cx="292680" cy="293040"/>
            </a:xfrm>
          </p:grpSpPr>
          <p:sp>
            <p:nvSpPr>
              <p:cNvPr id="1054" name="Google Shape;1054;p25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55" name="Google Shape;1055;p25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56" name="Google Shape;1056;p25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57" name="Google Shape;1057;p25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58" name="Google Shape;1058;p25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68025" lIns="91425" spcFirstLastPara="1" rIns="91425" wrap="square" tIns="68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59" name="Google Shape;1059;p25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70200" lIns="91425" spcFirstLastPara="1" rIns="91425" wrap="square" tIns="70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60" name="Google Shape;1060;p25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061" name="Google Shape;1061;p25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62" name="Google Shape;1062;p25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63" name="Google Shape;1063;p25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1064" name="Google Shape;1064;p25"/>
            <p:cNvCxnSpPr/>
            <p:nvPr/>
          </p:nvCxnSpPr>
          <p:spPr>
            <a:xfrm rot="10800000">
              <a:off x="5994720" y="226440"/>
              <a:ext cx="1505160" cy="225000"/>
            </a:xfrm>
            <a:prstGeom prst="straightConnector1">
              <a:avLst/>
            </a:prstGeom>
            <a:noFill/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5" name="Google Shape;1065;p25"/>
            <p:cNvCxnSpPr/>
            <p:nvPr/>
          </p:nvCxnSpPr>
          <p:spPr>
            <a:xfrm rot="10800000">
              <a:off x="7512840" y="457560"/>
              <a:ext cx="829800" cy="743760"/>
            </a:xfrm>
            <a:prstGeom prst="straightConnector1">
              <a:avLst/>
            </a:prstGeom>
            <a:noFill/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6" name="Google Shape;1066;p25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noFill/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67" name="Google Shape;1067;p25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068" name="Google Shape;1068;p25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69" name="Google Shape;1069;p25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70" name="Google Shape;1070;p25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71" name="Google Shape;1071;p25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72" name="Google Shape;1072;p25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73" name="Google Shape;1073;p25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74" name="Google Shape;1074;p25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075" name="Google Shape;1075;p25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76" name="Google Shape;1076;p25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77" name="Google Shape;1077;p25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78" name="Google Shape;1078;p25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79" name="Google Shape;1079;p25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080" name="Google Shape;1080;p25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1" name="Google Shape;1081;p25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2" name="Google Shape;1082;p25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83" name="Google Shape;1083;p25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sp>
          <p:nvSpPr>
            <p:cNvPr id="1084" name="Google Shape;1084;p25"/>
            <p:cNvSpPr/>
            <p:nvPr/>
          </p:nvSpPr>
          <p:spPr>
            <a:xfrm>
              <a:off x="5829480" y="6876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5" name="Google Shape;1085;p25"/>
            <p:cNvSpPr/>
            <p:nvPr/>
          </p:nvSpPr>
          <p:spPr>
            <a:xfrm>
              <a:off x="5826960" y="6624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6" name="Google Shape;1086;p25"/>
            <p:cNvSpPr/>
            <p:nvPr/>
          </p:nvSpPr>
          <p:spPr>
            <a:xfrm>
              <a:off x="5865840" y="10512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7" name="Google Shape;1087;p25"/>
            <p:cNvSpPr/>
            <p:nvPr/>
          </p:nvSpPr>
          <p:spPr>
            <a:xfrm>
              <a:off x="5863680" y="10260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8" name="Google Shape;1088;p25"/>
            <p:cNvSpPr/>
            <p:nvPr/>
          </p:nvSpPr>
          <p:spPr>
            <a:xfrm>
              <a:off x="5905440" y="14472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9" name="Google Shape;1089;p25"/>
            <p:cNvSpPr/>
            <p:nvPr/>
          </p:nvSpPr>
          <p:spPr>
            <a:xfrm>
              <a:off x="5903280" y="14256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090" name="Google Shape;1090;p25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091" name="Google Shape;1091;p25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92" name="Google Shape;1092;p25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93" name="Google Shape;1093;p25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094" name="Google Shape;1094;p25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095" name="Google Shape;1095;p25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96" name="Google Shape;1096;p25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97" name="Google Shape;1097;p25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2">
  <p:cSld name="CUSTOM_22"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9" name="Google Shape;1099;p26"/>
          <p:cNvGrpSpPr/>
          <p:nvPr/>
        </p:nvGrpSpPr>
        <p:grpSpPr>
          <a:xfrm>
            <a:off x="1349640" y="598320"/>
            <a:ext cx="6453360" cy="3630600"/>
            <a:chOff x="1349640" y="598320"/>
            <a:chExt cx="6453360" cy="3630600"/>
          </a:xfrm>
        </p:grpSpPr>
        <p:sp>
          <p:nvSpPr>
            <p:cNvPr id="1100" name="Google Shape;1100;p26"/>
            <p:cNvSpPr/>
            <p:nvPr/>
          </p:nvSpPr>
          <p:spPr>
            <a:xfrm>
              <a:off x="1349640" y="598320"/>
              <a:ext cx="6453360" cy="36306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1" name="Google Shape;1101;p26"/>
            <p:cNvSpPr/>
            <p:nvPr/>
          </p:nvSpPr>
          <p:spPr>
            <a:xfrm>
              <a:off x="1397520" y="599040"/>
              <a:ext cx="6368040" cy="362952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rgbClr val="D6E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02" name="Google Shape;1102;p26"/>
          <p:cNvSpPr txBox="1"/>
          <p:nvPr>
            <p:ph type="title"/>
          </p:nvPr>
        </p:nvSpPr>
        <p:spPr>
          <a:xfrm>
            <a:off x="2624400" y="1018440"/>
            <a:ext cx="3904200" cy="190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103" name="Google Shape;1103;p26"/>
          <p:cNvGrpSpPr/>
          <p:nvPr/>
        </p:nvGrpSpPr>
        <p:grpSpPr>
          <a:xfrm>
            <a:off x="-6840" y="-6480"/>
            <a:ext cx="9152640" cy="5101560"/>
            <a:chOff x="-6840" y="-6480"/>
            <a:chExt cx="9152640" cy="5101560"/>
          </a:xfrm>
        </p:grpSpPr>
        <p:cxnSp>
          <p:nvCxnSpPr>
            <p:cNvPr id="1104" name="Google Shape;1104;p26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5" name="Google Shape;1105;p26"/>
            <p:cNvCxnSpPr/>
            <p:nvPr/>
          </p:nvCxnSpPr>
          <p:spPr>
            <a:xfrm flipH="1" rot="10800000">
              <a:off x="1562040" y="4492080"/>
              <a:ext cx="1342440" cy="31572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6" name="Google Shape;1106;p26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7" name="Google Shape;1107;p26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08" name="Google Shape;1108;p26"/>
            <p:cNvGrpSpPr/>
            <p:nvPr/>
          </p:nvGrpSpPr>
          <p:grpSpPr>
            <a:xfrm>
              <a:off x="1277640" y="4512960"/>
              <a:ext cx="581400" cy="582120"/>
              <a:chOff x="1277640" y="4512960"/>
              <a:chExt cx="581400" cy="582120"/>
            </a:xfrm>
          </p:grpSpPr>
          <p:sp>
            <p:nvSpPr>
              <p:cNvPr id="1109" name="Google Shape;1109;p26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10" name="Google Shape;1110;p26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11" name="Google Shape;1111;p26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12" name="Google Shape;1112;p26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13" name="Google Shape;1113;p26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14" name="Google Shape;1114;p26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115" name="Google Shape;1115;p26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116" name="Google Shape;1116;p26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17" name="Google Shape;1117;p26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18" name="Google Shape;1118;p26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19" name="Google Shape;1119;p26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120" name="Google Shape;1120;p26"/>
            <p:cNvGrpSpPr/>
            <p:nvPr/>
          </p:nvGrpSpPr>
          <p:grpSpPr>
            <a:xfrm>
              <a:off x="170640" y="4314960"/>
              <a:ext cx="174600" cy="174600"/>
              <a:chOff x="170640" y="4314960"/>
              <a:chExt cx="174600" cy="174600"/>
            </a:xfrm>
          </p:grpSpPr>
          <p:sp>
            <p:nvSpPr>
              <p:cNvPr id="1121" name="Google Shape;1121;p26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22" name="Google Shape;1122;p26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23" name="Google Shape;1123;p26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24" name="Google Shape;1124;p26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125" name="Google Shape;1125;p26"/>
            <p:cNvGrpSpPr/>
            <p:nvPr/>
          </p:nvGrpSpPr>
          <p:grpSpPr>
            <a:xfrm>
              <a:off x="3872520" y="4657680"/>
              <a:ext cx="292680" cy="293040"/>
              <a:chOff x="3872520" y="4657680"/>
              <a:chExt cx="292680" cy="293040"/>
            </a:xfrm>
          </p:grpSpPr>
          <p:sp>
            <p:nvSpPr>
              <p:cNvPr id="1126" name="Google Shape;1126;p26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27" name="Google Shape;1127;p26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28" name="Google Shape;1128;p26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29" name="Google Shape;1129;p26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30" name="Google Shape;1130;p26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68025" lIns="91425" spcFirstLastPara="1" rIns="91425" wrap="square" tIns="68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31" name="Google Shape;1131;p26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70200" lIns="91425" spcFirstLastPara="1" rIns="91425" wrap="square" tIns="70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132" name="Google Shape;1132;p26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133" name="Google Shape;1133;p26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34" name="Google Shape;1134;p26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35" name="Google Shape;1135;p26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1136" name="Google Shape;1136;p26"/>
            <p:cNvCxnSpPr/>
            <p:nvPr/>
          </p:nvCxnSpPr>
          <p:spPr>
            <a:xfrm rot="10800000">
              <a:off x="5994720" y="226440"/>
              <a:ext cx="1505160" cy="225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7" name="Google Shape;1137;p26"/>
            <p:cNvCxnSpPr/>
            <p:nvPr/>
          </p:nvCxnSpPr>
          <p:spPr>
            <a:xfrm rot="10800000">
              <a:off x="7512840" y="457560"/>
              <a:ext cx="829800" cy="74376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8" name="Google Shape;1138;p26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39" name="Google Shape;1139;p26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140" name="Google Shape;1140;p26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1" name="Google Shape;1141;p26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2" name="Google Shape;1142;p26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3" name="Google Shape;1143;p26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4" name="Google Shape;1144;p26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5" name="Google Shape;1145;p26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146" name="Google Shape;1146;p26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147" name="Google Shape;1147;p26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8" name="Google Shape;1148;p26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49" name="Google Shape;1149;p26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0" name="Google Shape;1150;p26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151" name="Google Shape;1151;p26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152" name="Google Shape;1152;p26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3" name="Google Shape;1153;p26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4" name="Google Shape;1154;p26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5" name="Google Shape;1155;p26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sp>
          <p:nvSpPr>
            <p:cNvPr id="1156" name="Google Shape;1156;p26"/>
            <p:cNvSpPr/>
            <p:nvPr/>
          </p:nvSpPr>
          <p:spPr>
            <a:xfrm>
              <a:off x="5829480" y="6876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7" name="Google Shape;1157;p26"/>
            <p:cNvSpPr/>
            <p:nvPr/>
          </p:nvSpPr>
          <p:spPr>
            <a:xfrm>
              <a:off x="5826960" y="6624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8" name="Google Shape;1158;p26"/>
            <p:cNvSpPr/>
            <p:nvPr/>
          </p:nvSpPr>
          <p:spPr>
            <a:xfrm>
              <a:off x="5865840" y="10512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9" name="Google Shape;1159;p26"/>
            <p:cNvSpPr/>
            <p:nvPr/>
          </p:nvSpPr>
          <p:spPr>
            <a:xfrm>
              <a:off x="5863680" y="10260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0" name="Google Shape;1160;p26"/>
            <p:cNvSpPr/>
            <p:nvPr/>
          </p:nvSpPr>
          <p:spPr>
            <a:xfrm>
              <a:off x="5905440" y="14472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1" name="Google Shape;1161;p26"/>
            <p:cNvSpPr/>
            <p:nvPr/>
          </p:nvSpPr>
          <p:spPr>
            <a:xfrm>
              <a:off x="5903280" y="14256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162" name="Google Shape;1162;p26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163" name="Google Shape;1163;p26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64" name="Google Shape;1164;p26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65" name="Google Shape;1165;p26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166" name="Google Shape;1166;p26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167" name="Google Shape;1167;p26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68" name="Google Shape;1168;p26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69" name="Google Shape;1169;p26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3">
  <p:cSld name="CUSTOM_23"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27"/>
          <p:cNvSpPr txBox="1"/>
          <p:nvPr>
            <p:ph idx="1" type="body"/>
          </p:nvPr>
        </p:nvSpPr>
        <p:spPr>
          <a:xfrm>
            <a:off x="1881360" y="1246680"/>
            <a:ext cx="2133000" cy="3524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72" name="Google Shape;1172;p27"/>
          <p:cNvSpPr txBox="1"/>
          <p:nvPr>
            <p:ph idx="2" type="body"/>
          </p:nvPr>
        </p:nvSpPr>
        <p:spPr>
          <a:xfrm>
            <a:off x="4220280" y="1246680"/>
            <a:ext cx="3099600" cy="3524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73" name="Google Shape;1173;p27"/>
          <p:cNvSpPr txBox="1"/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174" name="Google Shape;1174;p27"/>
          <p:cNvGrpSpPr/>
          <p:nvPr/>
        </p:nvGrpSpPr>
        <p:grpSpPr>
          <a:xfrm>
            <a:off x="432720" y="0"/>
            <a:ext cx="8278200" cy="5166000"/>
            <a:chOff x="432720" y="0"/>
            <a:chExt cx="8278200" cy="5166000"/>
          </a:xfrm>
        </p:grpSpPr>
        <p:cxnSp>
          <p:nvCxnSpPr>
            <p:cNvPr id="1175" name="Google Shape;1175;p27"/>
            <p:cNvCxnSpPr/>
            <p:nvPr/>
          </p:nvCxnSpPr>
          <p:spPr>
            <a:xfrm flipH="1" rot="10800000">
              <a:off x="8420040" y="2664000"/>
              <a:ext cx="360" cy="25020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76" name="Google Shape;1176;p27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177" name="Google Shape;1177;p27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78" name="Google Shape;1178;p27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79" name="Google Shape;1179;p27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0" name="Google Shape;1180;p27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1" name="Google Shape;1181;p27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2" name="Google Shape;1182;p27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183" name="Google Shape;1183;p27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184" name="Google Shape;1184;p27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5" name="Google Shape;1185;p27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6" name="Google Shape;1186;p27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7" name="Google Shape;1187;p27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188" name="Google Shape;1188;p27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189" name="Google Shape;1189;p27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0" name="Google Shape;1190;p27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1" name="Google Shape;1191;p27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2" name="Google Shape;1192;p27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1193" name="Google Shape;1193;p27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94" name="Google Shape;1194;p27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195" name="Google Shape;1195;p27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6" name="Google Shape;1196;p27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7" name="Google Shape;1197;p27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8" name="Google Shape;1198;p27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9" name="Google Shape;1199;p27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00" name="Google Shape;1200;p27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201" name="Google Shape;1201;p27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202" name="Google Shape;1202;p27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03" name="Google Shape;1203;p27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04" name="Google Shape;1204;p27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05" name="Google Shape;1205;p27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206" name="Google Shape;1206;p27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207" name="Google Shape;1207;p27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08" name="Google Shape;1208;p27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09" name="Google Shape;1209;p27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0" name="Google Shape;1210;p27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211" name="Google Shape;1211;p27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212" name="Google Shape;1212;p27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3" name="Google Shape;1213;p27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4" name="Google Shape;1214;p27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215" name="Google Shape;1215;p27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216" name="Google Shape;1216;p27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7" name="Google Shape;1217;p27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18" name="Google Shape;1218;p27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219" name="Google Shape;1219;p27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220" name="Google Shape;1220;p27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22" name="Google Shape;1222;p27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223" name="Google Shape;1223;p27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224" name="Google Shape;1224;p27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25" name="Google Shape;1225;p27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26" name="Google Shape;1226;p27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1227" name="Google Shape;1227;p27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8" name="Google Shape;1228;p27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9" name="Google Shape;1229;p27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0" name="Google Shape;1230;p27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1" name="Google Shape;1231;p27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2" name="Google Shape;1232;p27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28"/>
          <p:cNvSpPr txBox="1"/>
          <p:nvPr>
            <p:ph type="title"/>
          </p:nvPr>
        </p:nvSpPr>
        <p:spPr>
          <a:xfrm>
            <a:off x="1807560" y="338400"/>
            <a:ext cx="5528520" cy="612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5" name="Google Shape;1235;p28"/>
          <p:cNvSpPr txBox="1"/>
          <p:nvPr>
            <p:ph idx="2" type="title"/>
          </p:nvPr>
        </p:nvSpPr>
        <p:spPr>
          <a:xfrm>
            <a:off x="2779920" y="1627560"/>
            <a:ext cx="72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6" name="Google Shape;1236;p28"/>
          <p:cNvSpPr txBox="1"/>
          <p:nvPr>
            <p:ph idx="3" type="title"/>
          </p:nvPr>
        </p:nvSpPr>
        <p:spPr>
          <a:xfrm>
            <a:off x="5641920" y="1627560"/>
            <a:ext cx="72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237" name="Google Shape;1237;p28"/>
          <p:cNvGrpSpPr/>
          <p:nvPr/>
        </p:nvGrpSpPr>
        <p:grpSpPr>
          <a:xfrm>
            <a:off x="432720" y="0"/>
            <a:ext cx="8278200" cy="5166000"/>
            <a:chOff x="432720" y="0"/>
            <a:chExt cx="8278200" cy="5166000"/>
          </a:xfrm>
        </p:grpSpPr>
        <p:cxnSp>
          <p:nvCxnSpPr>
            <p:cNvPr id="1238" name="Google Shape;1238;p28"/>
            <p:cNvCxnSpPr/>
            <p:nvPr/>
          </p:nvCxnSpPr>
          <p:spPr>
            <a:xfrm flipH="1" rot="10800000">
              <a:off x="8420040" y="2664000"/>
              <a:ext cx="360" cy="25020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39" name="Google Shape;1239;p28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240" name="Google Shape;1240;p28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41" name="Google Shape;1241;p28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42" name="Google Shape;1242;p28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43" name="Google Shape;1243;p28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44" name="Google Shape;1244;p28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45" name="Google Shape;1245;p28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246" name="Google Shape;1246;p28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247" name="Google Shape;1247;p28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48" name="Google Shape;1248;p28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49" name="Google Shape;1249;p28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50" name="Google Shape;1250;p28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251" name="Google Shape;1251;p28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252" name="Google Shape;1252;p28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53" name="Google Shape;1253;p28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54" name="Google Shape;1254;p28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55" name="Google Shape;1255;p28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1256" name="Google Shape;1256;p28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57" name="Google Shape;1257;p28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258" name="Google Shape;1258;p28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59" name="Google Shape;1259;p28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60" name="Google Shape;1260;p28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61" name="Google Shape;1261;p28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62" name="Google Shape;1262;p28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63" name="Google Shape;1263;p28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264" name="Google Shape;1264;p28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265" name="Google Shape;1265;p28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66" name="Google Shape;1266;p28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67" name="Google Shape;1267;p28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68" name="Google Shape;1268;p28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269" name="Google Shape;1269;p28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270" name="Google Shape;1270;p28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71" name="Google Shape;1271;p28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72" name="Google Shape;1272;p28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73" name="Google Shape;1273;p28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274" name="Google Shape;1274;p28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275" name="Google Shape;1275;p28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76" name="Google Shape;1276;p28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77" name="Google Shape;1277;p28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278" name="Google Shape;1278;p28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279" name="Google Shape;1279;p28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80" name="Google Shape;1280;p28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81" name="Google Shape;1281;p28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282" name="Google Shape;1282;p28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283" name="Google Shape;1283;p28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84" name="Google Shape;1284;p28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85" name="Google Shape;1285;p28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286" name="Google Shape;1286;p28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287" name="Google Shape;1287;p28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88" name="Google Shape;1288;p28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89" name="Google Shape;1289;p28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1290" name="Google Shape;1290;p28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1" name="Google Shape;1291;p28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2" name="Google Shape;1292;p28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29"/>
          <p:cNvSpPr txBox="1"/>
          <p:nvPr>
            <p:ph type="title"/>
          </p:nvPr>
        </p:nvSpPr>
        <p:spPr>
          <a:xfrm>
            <a:off x="1823400" y="338400"/>
            <a:ext cx="549648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298" name="Google Shape;1298;p29"/>
          <p:cNvGrpSpPr/>
          <p:nvPr/>
        </p:nvGrpSpPr>
        <p:grpSpPr>
          <a:xfrm>
            <a:off x="432720" y="0"/>
            <a:ext cx="8278200" cy="5166000"/>
            <a:chOff x="432720" y="0"/>
            <a:chExt cx="8278200" cy="5166000"/>
          </a:xfrm>
        </p:grpSpPr>
        <p:cxnSp>
          <p:nvCxnSpPr>
            <p:cNvPr id="1299" name="Google Shape;1299;p29"/>
            <p:cNvCxnSpPr/>
            <p:nvPr/>
          </p:nvCxnSpPr>
          <p:spPr>
            <a:xfrm flipH="1" rot="10800000">
              <a:off x="8420040" y="2664000"/>
              <a:ext cx="360" cy="25020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00" name="Google Shape;1300;p29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301" name="Google Shape;1301;p29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02" name="Google Shape;1302;p29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03" name="Google Shape;1303;p29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04" name="Google Shape;1304;p29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05" name="Google Shape;1305;p29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06" name="Google Shape;1306;p29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307" name="Google Shape;1307;p29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308" name="Google Shape;1308;p29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09" name="Google Shape;1309;p29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10" name="Google Shape;1310;p29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11" name="Google Shape;1311;p29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312" name="Google Shape;1312;p29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313" name="Google Shape;1313;p29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14" name="Google Shape;1314;p29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15" name="Google Shape;1315;p29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16" name="Google Shape;1316;p29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1317" name="Google Shape;1317;p29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18" name="Google Shape;1318;p29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319" name="Google Shape;1319;p29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20" name="Google Shape;1320;p29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21" name="Google Shape;1321;p29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22" name="Google Shape;1322;p29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23" name="Google Shape;1323;p29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24" name="Google Shape;1324;p29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325" name="Google Shape;1325;p29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326" name="Google Shape;1326;p29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27" name="Google Shape;1327;p29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28" name="Google Shape;1328;p29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29" name="Google Shape;1329;p29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330" name="Google Shape;1330;p29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331" name="Google Shape;1331;p29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32" name="Google Shape;1332;p29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33" name="Google Shape;1333;p29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34" name="Google Shape;1334;p29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335" name="Google Shape;1335;p29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336" name="Google Shape;1336;p29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37" name="Google Shape;1337;p29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38" name="Google Shape;1338;p29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339" name="Google Shape;1339;p29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340" name="Google Shape;1340;p29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41" name="Google Shape;1341;p29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42" name="Google Shape;1342;p29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343" name="Google Shape;1343;p29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344" name="Google Shape;1344;p29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45" name="Google Shape;1345;p29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46" name="Google Shape;1346;p29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347" name="Google Shape;1347;p29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348" name="Google Shape;1348;p29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49" name="Google Shape;1349;p29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50" name="Google Shape;1350;p29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1351" name="Google Shape;1351;p29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2" name="Google Shape;1352;p29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53" name="Google Shape;1353;p29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4" name="Google Shape;1354;p29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5" name="Google Shape;1355;p29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6" name="Google Shape;1356;p29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30"/>
          <p:cNvSpPr txBox="1"/>
          <p:nvPr>
            <p:ph type="title"/>
          </p:nvPr>
        </p:nvSpPr>
        <p:spPr>
          <a:xfrm>
            <a:off x="804600" y="3319200"/>
            <a:ext cx="32914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1359" name="Google Shape;1359;p30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0" name="Google Shape;1360;p30"/>
          <p:cNvCxnSpPr/>
          <p:nvPr/>
        </p:nvCxnSpPr>
        <p:spPr>
          <a:xfrm flipH="1" rot="10800000">
            <a:off x="802800" y="529560"/>
            <a:ext cx="829800" cy="7437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1" name="Google Shape;1361;p30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62" name="Google Shape;1362;p30"/>
          <p:cNvGrpSpPr/>
          <p:nvPr/>
        </p:nvGrpSpPr>
        <p:grpSpPr>
          <a:xfrm>
            <a:off x="498600" y="959760"/>
            <a:ext cx="581400" cy="582120"/>
            <a:chOff x="498600" y="959760"/>
            <a:chExt cx="581400" cy="582120"/>
          </a:xfrm>
        </p:grpSpPr>
        <p:sp>
          <p:nvSpPr>
            <p:cNvPr id="1363" name="Google Shape;1363;p30"/>
            <p:cNvSpPr/>
            <p:nvPr/>
          </p:nvSpPr>
          <p:spPr>
            <a:xfrm flipH="1">
              <a:off x="504000" y="96480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4" name="Google Shape;1364;p30"/>
            <p:cNvSpPr/>
            <p:nvPr/>
          </p:nvSpPr>
          <p:spPr>
            <a:xfrm flipH="1">
              <a:off x="498600" y="95976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5" name="Google Shape;1365;p30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6" name="Google Shape;1366;p30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7" name="Google Shape;1367;p30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8" name="Google Shape;1368;p30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369" name="Google Shape;1369;p30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1370" name="Google Shape;1370;p30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1" name="Google Shape;1371;p30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2" name="Google Shape;1372;p30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3" name="Google Shape;1373;p30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374" name="Google Shape;1374;p30"/>
          <p:cNvSpPr/>
          <p:nvPr/>
        </p:nvSpPr>
        <p:spPr>
          <a:xfrm flipH="1">
            <a:off x="3165480" y="497520"/>
            <a:ext cx="288360" cy="288000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75" name="Google Shape;1375;p30"/>
          <p:cNvSpPr/>
          <p:nvPr/>
        </p:nvSpPr>
        <p:spPr>
          <a:xfrm flipH="1">
            <a:off x="3163320" y="495000"/>
            <a:ext cx="292680" cy="293040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76" name="Google Shape;1376;p30"/>
          <p:cNvSpPr/>
          <p:nvPr/>
        </p:nvSpPr>
        <p:spPr>
          <a:xfrm flipH="1">
            <a:off x="3202920" y="534240"/>
            <a:ext cx="215280" cy="214920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77" name="Google Shape;1377;p30"/>
          <p:cNvSpPr/>
          <p:nvPr/>
        </p:nvSpPr>
        <p:spPr>
          <a:xfrm flipH="1">
            <a:off x="3200400" y="531720"/>
            <a:ext cx="219600" cy="21996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78" name="Google Shape;1378;p30"/>
          <p:cNvSpPr/>
          <p:nvPr/>
        </p:nvSpPr>
        <p:spPr>
          <a:xfrm flipH="1">
            <a:off x="3241800" y="573840"/>
            <a:ext cx="135720" cy="135720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025" lIns="91425" spcFirstLastPara="1" rIns="91425" wrap="square" tIns="68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79" name="Google Shape;1379;p30"/>
          <p:cNvSpPr/>
          <p:nvPr/>
        </p:nvSpPr>
        <p:spPr>
          <a:xfrm flipH="1">
            <a:off x="3239280" y="571320"/>
            <a:ext cx="140760" cy="140400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70200" lIns="91425" spcFirstLastPara="1" rIns="91425" wrap="square" tIns="70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380" name="Google Shape;1380;p30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1381" name="Google Shape;1381;p30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2" name="Google Shape;1382;p30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3" name="Google Shape;1383;p30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384" name="Google Shape;1384;p30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1385" name="Google Shape;1385;p30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6" name="Google Shape;1386;p30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87" name="Google Shape;1387;p30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388" name="Google Shape;1388;p30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1389" name="Google Shape;1389;p30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0" name="Google Shape;1390;p30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1" name="Google Shape;1391;p30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1392" name="Google Shape;1392;p30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3" name="Google Shape;1393;p30"/>
          <p:cNvCxnSpPr/>
          <p:nvPr/>
        </p:nvCxnSpPr>
        <p:spPr>
          <a:xfrm flipH="1" rot="10800000">
            <a:off x="0" y="4220280"/>
            <a:ext cx="791640" cy="83664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94" name="Google Shape;1394;p30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1395" name="Google Shape;1395;p30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6" name="Google Shape;1396;p30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7" name="Google Shape;1397;p30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8" name="Google Shape;1398;p30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99" name="Google Shape;1399;p30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0" name="Google Shape;1400;p30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01" name="Google Shape;1401;p30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1402" name="Google Shape;1402;p30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3" name="Google Shape;1403;p30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4" name="Google Shape;1404;p30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5" name="Google Shape;1405;p30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06" name="Google Shape;1406;p30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1407" name="Google Shape;1407;p30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8" name="Google Shape;1408;p30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9" name="Google Shape;1409;p30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0" name="Google Shape;1410;p30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11" name="Google Shape;1411;p30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1412" name="Google Shape;1412;p30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3" name="Google Shape;1413;p30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4" name="Google Shape;1414;p30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15" name="Google Shape;1415;p30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1416" name="Google Shape;1416;p30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7" name="Google Shape;1417;p30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8" name="Google Shape;1418;p30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0" name="Google Shape;1420;p31"/>
          <p:cNvGrpSpPr/>
          <p:nvPr/>
        </p:nvGrpSpPr>
        <p:grpSpPr>
          <a:xfrm>
            <a:off x="1349640" y="598320"/>
            <a:ext cx="6453360" cy="3630600"/>
            <a:chOff x="1349640" y="598320"/>
            <a:chExt cx="6453360" cy="3630600"/>
          </a:xfrm>
        </p:grpSpPr>
        <p:sp>
          <p:nvSpPr>
            <p:cNvPr id="1421" name="Google Shape;1421;p31"/>
            <p:cNvSpPr/>
            <p:nvPr/>
          </p:nvSpPr>
          <p:spPr>
            <a:xfrm>
              <a:off x="1349640" y="598320"/>
              <a:ext cx="6453360" cy="36306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2" name="Google Shape;1422;p31"/>
            <p:cNvSpPr/>
            <p:nvPr/>
          </p:nvSpPr>
          <p:spPr>
            <a:xfrm>
              <a:off x="1397520" y="599040"/>
              <a:ext cx="6368040" cy="362952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423" name="Google Shape;1423;p31"/>
          <p:cNvSpPr txBox="1"/>
          <p:nvPr>
            <p:ph type="title"/>
          </p:nvPr>
        </p:nvSpPr>
        <p:spPr>
          <a:xfrm>
            <a:off x="2624400" y="1620720"/>
            <a:ext cx="3904200" cy="190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424" name="Google Shape;1424;p31"/>
          <p:cNvGrpSpPr/>
          <p:nvPr/>
        </p:nvGrpSpPr>
        <p:grpSpPr>
          <a:xfrm>
            <a:off x="-6840" y="-6480"/>
            <a:ext cx="9152640" cy="5101560"/>
            <a:chOff x="-6840" y="-6480"/>
            <a:chExt cx="9152640" cy="5101560"/>
          </a:xfrm>
        </p:grpSpPr>
        <p:cxnSp>
          <p:nvCxnSpPr>
            <p:cNvPr id="1425" name="Google Shape;1425;p31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6" name="Google Shape;1426;p31"/>
            <p:cNvCxnSpPr/>
            <p:nvPr/>
          </p:nvCxnSpPr>
          <p:spPr>
            <a:xfrm flipH="1" rot="10800000">
              <a:off x="1562040" y="4492080"/>
              <a:ext cx="1342440" cy="31572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7" name="Google Shape;1427;p31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8" name="Google Shape;1428;p31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29" name="Google Shape;1429;p31"/>
            <p:cNvGrpSpPr/>
            <p:nvPr/>
          </p:nvGrpSpPr>
          <p:grpSpPr>
            <a:xfrm>
              <a:off x="1277640" y="4512960"/>
              <a:ext cx="581400" cy="582120"/>
              <a:chOff x="1277640" y="4512960"/>
              <a:chExt cx="581400" cy="582120"/>
            </a:xfrm>
          </p:grpSpPr>
          <p:sp>
            <p:nvSpPr>
              <p:cNvPr id="1430" name="Google Shape;1430;p31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31" name="Google Shape;1431;p31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32" name="Google Shape;1432;p31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33" name="Google Shape;1433;p31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34" name="Google Shape;1434;p31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35" name="Google Shape;1435;p31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436" name="Google Shape;1436;p31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437" name="Google Shape;1437;p31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38" name="Google Shape;1438;p31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39" name="Google Shape;1439;p31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40" name="Google Shape;1440;p31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441" name="Google Shape;1441;p31"/>
            <p:cNvGrpSpPr/>
            <p:nvPr/>
          </p:nvGrpSpPr>
          <p:grpSpPr>
            <a:xfrm>
              <a:off x="170640" y="4314960"/>
              <a:ext cx="174600" cy="174600"/>
              <a:chOff x="170640" y="4314960"/>
              <a:chExt cx="174600" cy="174600"/>
            </a:xfrm>
          </p:grpSpPr>
          <p:sp>
            <p:nvSpPr>
              <p:cNvPr id="1442" name="Google Shape;1442;p31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43" name="Google Shape;1443;p31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44" name="Google Shape;1444;p31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45" name="Google Shape;1445;p31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446" name="Google Shape;1446;p31"/>
            <p:cNvGrpSpPr/>
            <p:nvPr/>
          </p:nvGrpSpPr>
          <p:grpSpPr>
            <a:xfrm>
              <a:off x="3872520" y="4657680"/>
              <a:ext cx="292680" cy="293040"/>
              <a:chOff x="3872520" y="4657680"/>
              <a:chExt cx="292680" cy="293040"/>
            </a:xfrm>
          </p:grpSpPr>
          <p:sp>
            <p:nvSpPr>
              <p:cNvPr id="1447" name="Google Shape;1447;p31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48" name="Google Shape;1448;p31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49" name="Google Shape;1449;p31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50" name="Google Shape;1450;p31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51" name="Google Shape;1451;p31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8025" lIns="91425" spcFirstLastPara="1" rIns="91425" wrap="square" tIns="68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52" name="Google Shape;1452;p31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0200" lIns="91425" spcFirstLastPara="1" rIns="91425" wrap="square" tIns="70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453" name="Google Shape;1453;p31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454" name="Google Shape;1454;p31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55" name="Google Shape;1455;p31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56" name="Google Shape;1456;p31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cxnSp>
          <p:nvCxnSpPr>
            <p:cNvPr id="1457" name="Google Shape;1457;p31"/>
            <p:cNvCxnSpPr/>
            <p:nvPr/>
          </p:nvCxnSpPr>
          <p:spPr>
            <a:xfrm rot="10800000">
              <a:off x="5994720" y="226440"/>
              <a:ext cx="1505160" cy="2250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8" name="Google Shape;1458;p31"/>
            <p:cNvCxnSpPr/>
            <p:nvPr/>
          </p:nvCxnSpPr>
          <p:spPr>
            <a:xfrm rot="10800000">
              <a:off x="7512840" y="457560"/>
              <a:ext cx="829800" cy="74376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9" name="Google Shape;1459;p31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noFill/>
            <a:ln cap="flat" cmpd="sng" w="9525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60" name="Google Shape;1460;p31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461" name="Google Shape;1461;p31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62" name="Google Shape;1462;p31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63" name="Google Shape;1463;p31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64" name="Google Shape;1464;p31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65" name="Google Shape;1465;p31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66" name="Google Shape;1466;p31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467" name="Google Shape;1467;p31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468" name="Google Shape;1468;p31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69" name="Google Shape;1469;p31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70" name="Google Shape;1470;p31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9200" lIns="91425" spcFirstLastPara="1" rIns="91425" wrap="square" tIns="79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71" name="Google Shape;1471;p31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3875" lIns="91425" spcFirstLastPara="1" rIns="91425" wrap="square" tIns="8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472" name="Google Shape;1472;p31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473" name="Google Shape;1473;p31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2800" lIns="91425" spcFirstLastPara="1" rIns="91425" wrap="square" tIns="82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74" name="Google Shape;1474;p31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7475" lIns="91425" spcFirstLastPara="1" rIns="91425" wrap="square" tIns="87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75" name="Google Shape;1475;p31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6425" lIns="91425" spcFirstLastPara="1" rIns="91425" wrap="square" tIns="46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76" name="Google Shape;1476;p31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50750" lIns="91425" spcFirstLastPara="1" rIns="91425" wrap="square" tIns="507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sp>
          <p:nvSpPr>
            <p:cNvPr id="1477" name="Google Shape;1477;p31"/>
            <p:cNvSpPr/>
            <p:nvPr/>
          </p:nvSpPr>
          <p:spPr>
            <a:xfrm>
              <a:off x="5829480" y="6876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8" name="Google Shape;1478;p31"/>
            <p:cNvSpPr/>
            <p:nvPr/>
          </p:nvSpPr>
          <p:spPr>
            <a:xfrm>
              <a:off x="5826960" y="6624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9" name="Google Shape;1479;p31"/>
            <p:cNvSpPr/>
            <p:nvPr/>
          </p:nvSpPr>
          <p:spPr>
            <a:xfrm>
              <a:off x="5865840" y="10512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0" name="Google Shape;1480;p31"/>
            <p:cNvSpPr/>
            <p:nvPr/>
          </p:nvSpPr>
          <p:spPr>
            <a:xfrm>
              <a:off x="5863680" y="10260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1" name="Google Shape;1481;p31"/>
            <p:cNvSpPr/>
            <p:nvPr/>
          </p:nvSpPr>
          <p:spPr>
            <a:xfrm>
              <a:off x="5905440" y="14472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2" name="Google Shape;1482;p31"/>
            <p:cNvSpPr/>
            <p:nvPr/>
          </p:nvSpPr>
          <p:spPr>
            <a:xfrm>
              <a:off x="5903280" y="14256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483" name="Google Shape;1483;p31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484" name="Google Shape;1484;p31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5" name="Google Shape;1485;p31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6" name="Google Shape;1486;p31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487" name="Google Shape;1487;p31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488" name="Google Shape;1488;p31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9" name="Google Shape;1489;p31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90" name="Google Shape;1490;p31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700" lIns="91425" spcFirstLastPara="1" rIns="91425" wrap="square" tIns="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32"/>
          <p:cNvSpPr txBox="1"/>
          <p:nvPr>
            <p:ph type="title"/>
          </p:nvPr>
        </p:nvSpPr>
        <p:spPr>
          <a:xfrm>
            <a:off x="896040" y="2039040"/>
            <a:ext cx="3565800" cy="13622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93" name="Google Shape;1493;p32"/>
          <p:cNvSpPr txBox="1"/>
          <p:nvPr>
            <p:ph idx="1" type="body"/>
          </p:nvPr>
        </p:nvSpPr>
        <p:spPr>
          <a:xfrm>
            <a:off x="4899240" y="821880"/>
            <a:ext cx="3095640" cy="3478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1494" name="Google Shape;1494;p32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5" name="Google Shape;1495;p32"/>
          <p:cNvCxnSpPr/>
          <p:nvPr/>
        </p:nvCxnSpPr>
        <p:spPr>
          <a:xfrm flipH="1" rot="10800000">
            <a:off x="802800" y="529560"/>
            <a:ext cx="829800" cy="7437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6" name="Google Shape;1496;p32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97" name="Google Shape;1497;p32"/>
          <p:cNvGrpSpPr/>
          <p:nvPr/>
        </p:nvGrpSpPr>
        <p:grpSpPr>
          <a:xfrm>
            <a:off x="498600" y="959760"/>
            <a:ext cx="581400" cy="582120"/>
            <a:chOff x="498600" y="959760"/>
            <a:chExt cx="581400" cy="582120"/>
          </a:xfrm>
        </p:grpSpPr>
        <p:sp>
          <p:nvSpPr>
            <p:cNvPr id="1498" name="Google Shape;1498;p32"/>
            <p:cNvSpPr/>
            <p:nvPr/>
          </p:nvSpPr>
          <p:spPr>
            <a:xfrm flipH="1">
              <a:off x="504000" y="96480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9" name="Google Shape;1499;p32"/>
            <p:cNvSpPr/>
            <p:nvPr/>
          </p:nvSpPr>
          <p:spPr>
            <a:xfrm flipH="1">
              <a:off x="498600" y="95976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0" name="Google Shape;1500;p32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1" name="Google Shape;1501;p32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2" name="Google Shape;1502;p32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3" name="Google Shape;1503;p32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04" name="Google Shape;1504;p32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1505" name="Google Shape;1505;p32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6" name="Google Shape;1506;p32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7" name="Google Shape;1507;p32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8" name="Google Shape;1508;p32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509" name="Google Shape;1509;p32"/>
          <p:cNvSpPr/>
          <p:nvPr/>
        </p:nvSpPr>
        <p:spPr>
          <a:xfrm flipH="1">
            <a:off x="3165480" y="497520"/>
            <a:ext cx="288360" cy="288000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10" name="Google Shape;1510;p32"/>
          <p:cNvSpPr/>
          <p:nvPr/>
        </p:nvSpPr>
        <p:spPr>
          <a:xfrm flipH="1">
            <a:off x="3163320" y="495000"/>
            <a:ext cx="292680" cy="293040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11" name="Google Shape;1511;p32"/>
          <p:cNvSpPr/>
          <p:nvPr/>
        </p:nvSpPr>
        <p:spPr>
          <a:xfrm flipH="1">
            <a:off x="3202920" y="534240"/>
            <a:ext cx="215280" cy="214920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12" name="Google Shape;1512;p32"/>
          <p:cNvSpPr/>
          <p:nvPr/>
        </p:nvSpPr>
        <p:spPr>
          <a:xfrm flipH="1">
            <a:off x="3200400" y="531720"/>
            <a:ext cx="219600" cy="21996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13" name="Google Shape;1513;p32"/>
          <p:cNvSpPr/>
          <p:nvPr/>
        </p:nvSpPr>
        <p:spPr>
          <a:xfrm flipH="1">
            <a:off x="3241800" y="573840"/>
            <a:ext cx="135720" cy="135720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025" lIns="91425" spcFirstLastPara="1" rIns="91425" wrap="square" tIns="68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14" name="Google Shape;1514;p32"/>
          <p:cNvSpPr/>
          <p:nvPr/>
        </p:nvSpPr>
        <p:spPr>
          <a:xfrm flipH="1">
            <a:off x="3239280" y="571320"/>
            <a:ext cx="140760" cy="140400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70200" lIns="91425" spcFirstLastPara="1" rIns="91425" wrap="square" tIns="70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515" name="Google Shape;1515;p32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1516" name="Google Shape;1516;p32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7" name="Google Shape;1517;p32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8" name="Google Shape;1518;p32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19" name="Google Shape;1519;p32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1520" name="Google Shape;1520;p32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1" name="Google Shape;1521;p32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2" name="Google Shape;1522;p32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23" name="Google Shape;1523;p32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1524" name="Google Shape;1524;p32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5" name="Google Shape;1525;p32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6" name="Google Shape;1526;p32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1527" name="Google Shape;1527;p32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8" name="Google Shape;1528;p32"/>
          <p:cNvCxnSpPr/>
          <p:nvPr/>
        </p:nvCxnSpPr>
        <p:spPr>
          <a:xfrm flipH="1" rot="10800000">
            <a:off x="0" y="4220280"/>
            <a:ext cx="791640" cy="83664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29" name="Google Shape;1529;p32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1530" name="Google Shape;1530;p32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1" name="Google Shape;1531;p32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2" name="Google Shape;1532;p32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3" name="Google Shape;1533;p32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4" name="Google Shape;1534;p32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5" name="Google Shape;1535;p32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36" name="Google Shape;1536;p32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1537" name="Google Shape;1537;p32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8" name="Google Shape;1538;p32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9" name="Google Shape;1539;p32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0" name="Google Shape;1540;p32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41" name="Google Shape;1541;p32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1542" name="Google Shape;1542;p32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3" name="Google Shape;1543;p32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4" name="Google Shape;1544;p32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5" name="Google Shape;1545;p32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46" name="Google Shape;1546;p32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1547" name="Google Shape;1547;p32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8" name="Google Shape;1548;p32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9" name="Google Shape;1549;p32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50" name="Google Shape;1550;p32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1551" name="Google Shape;1551;p32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2" name="Google Shape;1552;p32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3" name="Google Shape;1553;p32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33"/>
          <p:cNvSpPr txBox="1"/>
          <p:nvPr>
            <p:ph idx="1" type="body"/>
          </p:nvPr>
        </p:nvSpPr>
        <p:spPr>
          <a:xfrm>
            <a:off x="1122120" y="1947600"/>
            <a:ext cx="2788560" cy="1362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</a:lstStyle>
          <a:p/>
        </p:txBody>
      </p:sp>
      <p:sp>
        <p:nvSpPr>
          <p:cNvPr id="1556" name="Google Shape;1556;p33"/>
          <p:cNvSpPr txBox="1"/>
          <p:nvPr>
            <p:ph type="title"/>
          </p:nvPr>
        </p:nvSpPr>
        <p:spPr>
          <a:xfrm>
            <a:off x="2100600" y="347400"/>
            <a:ext cx="494676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1557" name="Google Shape;1557;p33"/>
          <p:cNvCxnSpPr/>
          <p:nvPr/>
        </p:nvCxnSpPr>
        <p:spPr>
          <a:xfrm>
            <a:off x="590400" y="4340520"/>
            <a:ext cx="1213200" cy="42300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8" name="Google Shape;1558;p33"/>
          <p:cNvCxnSpPr/>
          <p:nvPr/>
        </p:nvCxnSpPr>
        <p:spPr>
          <a:xfrm flipH="1" rot="10800000">
            <a:off x="7920" y="4332600"/>
            <a:ext cx="582840" cy="65448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59" name="Google Shape;1559;p33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1560" name="Google Shape;1560;p33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1" name="Google Shape;1561;p33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2" name="Google Shape;1562;p33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3" name="Google Shape;1563;p33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64" name="Google Shape;1564;p33"/>
          <p:cNvGrpSpPr/>
          <p:nvPr/>
        </p:nvGrpSpPr>
        <p:grpSpPr>
          <a:xfrm>
            <a:off x="1645920" y="4616640"/>
            <a:ext cx="292680" cy="293040"/>
            <a:chOff x="1645920" y="4616640"/>
            <a:chExt cx="292680" cy="293040"/>
          </a:xfrm>
        </p:grpSpPr>
        <p:sp>
          <p:nvSpPr>
            <p:cNvPr id="1565" name="Google Shape;1565;p33"/>
            <p:cNvSpPr/>
            <p:nvPr/>
          </p:nvSpPr>
          <p:spPr>
            <a:xfrm flipH="1">
              <a:off x="1648080" y="4619160"/>
              <a:ext cx="288360" cy="28800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6" name="Google Shape;1566;p33"/>
            <p:cNvSpPr/>
            <p:nvPr/>
          </p:nvSpPr>
          <p:spPr>
            <a:xfrm flipH="1">
              <a:off x="1645920" y="4616640"/>
              <a:ext cx="292680" cy="29304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7" name="Google Shape;1567;p33"/>
            <p:cNvSpPr/>
            <p:nvPr/>
          </p:nvSpPr>
          <p:spPr>
            <a:xfrm flipH="1">
              <a:off x="1685520" y="4655520"/>
              <a:ext cx="215280" cy="21492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8" name="Google Shape;1568;p33"/>
            <p:cNvSpPr/>
            <p:nvPr/>
          </p:nvSpPr>
          <p:spPr>
            <a:xfrm flipH="1">
              <a:off x="1683360" y="4653000"/>
              <a:ext cx="219600" cy="21996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9" name="Google Shape;1569;p33"/>
            <p:cNvSpPr/>
            <p:nvPr/>
          </p:nvSpPr>
          <p:spPr>
            <a:xfrm flipH="1">
              <a:off x="1724760" y="4695120"/>
              <a:ext cx="135720" cy="13572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025" lIns="91425" spcFirstLastPara="1" rIns="91425" wrap="square" tIns="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0" name="Google Shape;1570;p33"/>
            <p:cNvSpPr/>
            <p:nvPr/>
          </p:nvSpPr>
          <p:spPr>
            <a:xfrm flipH="1">
              <a:off x="1722240" y="4692960"/>
              <a:ext cx="140760" cy="1404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1571" name="Google Shape;1571;p33"/>
          <p:cNvCxnSpPr/>
          <p:nvPr/>
        </p:nvCxnSpPr>
        <p:spPr>
          <a:xfrm rot="10800000">
            <a:off x="7196760" y="294840"/>
            <a:ext cx="1157400" cy="54324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2" name="Google Shape;1572;p33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73" name="Google Shape;1573;p33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1574" name="Google Shape;1574;p33"/>
            <p:cNvSpPr/>
            <p:nvPr/>
          </p:nvSpPr>
          <p:spPr>
            <a:xfrm>
              <a:off x="8068680" y="532080"/>
              <a:ext cx="572400" cy="572040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5" name="Google Shape;1575;p33"/>
            <p:cNvSpPr/>
            <p:nvPr/>
          </p:nvSpPr>
          <p:spPr>
            <a:xfrm>
              <a:off x="8064360" y="527040"/>
              <a:ext cx="581400" cy="58212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6" name="Google Shape;1576;p33"/>
            <p:cNvSpPr/>
            <p:nvPr/>
          </p:nvSpPr>
          <p:spPr>
            <a:xfrm>
              <a:off x="8141040" y="604440"/>
              <a:ext cx="427680" cy="426960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7" name="Google Shape;1577;p33"/>
            <p:cNvSpPr/>
            <p:nvPr/>
          </p:nvSpPr>
          <p:spPr>
            <a:xfrm>
              <a:off x="8136720" y="599400"/>
              <a:ext cx="436680" cy="43704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8" name="Google Shape;1578;p33"/>
            <p:cNvSpPr/>
            <p:nvPr/>
          </p:nvSpPr>
          <p:spPr>
            <a:xfrm>
              <a:off x="8219880" y="682920"/>
              <a:ext cx="270000" cy="2700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9" name="Google Shape;1579;p33"/>
            <p:cNvSpPr/>
            <p:nvPr/>
          </p:nvSpPr>
          <p:spPr>
            <a:xfrm>
              <a:off x="8215200" y="678600"/>
              <a:ext cx="279360" cy="279000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80" name="Google Shape;1580;p33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1581" name="Google Shape;1581;p33"/>
            <p:cNvSpPr/>
            <p:nvPr/>
          </p:nvSpPr>
          <p:spPr>
            <a:xfrm>
              <a:off x="7039080" y="176040"/>
              <a:ext cx="282240" cy="28224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2" name="Google Shape;1582;p33"/>
            <p:cNvSpPr/>
            <p:nvPr/>
          </p:nvSpPr>
          <p:spPr>
            <a:xfrm>
              <a:off x="7034040" y="171000"/>
              <a:ext cx="291600" cy="292320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3" name="Google Shape;1583;p33"/>
            <p:cNvSpPr/>
            <p:nvPr/>
          </p:nvSpPr>
          <p:spPr>
            <a:xfrm>
              <a:off x="7100640" y="237600"/>
              <a:ext cx="158040" cy="15804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9200" lIns="91425" spcFirstLastPara="1" rIns="91425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4" name="Google Shape;1584;p33"/>
            <p:cNvSpPr/>
            <p:nvPr/>
          </p:nvSpPr>
          <p:spPr>
            <a:xfrm>
              <a:off x="7096320" y="233280"/>
              <a:ext cx="167400" cy="167400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3875" lIns="91425" spcFirstLastPara="1" rIns="91425" wrap="square" tIns="8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85" name="Google Shape;1585;p33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1586" name="Google Shape;1586;p33"/>
            <p:cNvSpPr/>
            <p:nvPr/>
          </p:nvSpPr>
          <p:spPr>
            <a:xfrm>
              <a:off x="8762400" y="234720"/>
              <a:ext cx="165600" cy="165240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2800" lIns="91425" spcFirstLastPara="1" rIns="91425" wrap="square" tIns="82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7" name="Google Shape;1587;p33"/>
            <p:cNvSpPr/>
            <p:nvPr/>
          </p:nvSpPr>
          <p:spPr>
            <a:xfrm>
              <a:off x="8758080" y="229680"/>
              <a:ext cx="174600" cy="1746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8" name="Google Shape;1588;p33"/>
            <p:cNvSpPr/>
            <p:nvPr/>
          </p:nvSpPr>
          <p:spPr>
            <a:xfrm>
              <a:off x="8799120" y="271080"/>
              <a:ext cx="92160" cy="92880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9" name="Google Shape;1589;p33"/>
            <p:cNvSpPr/>
            <p:nvPr/>
          </p:nvSpPr>
          <p:spPr>
            <a:xfrm>
              <a:off x="8794080" y="266400"/>
              <a:ext cx="102240" cy="10152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90" name="Google Shape;1590;p33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1591" name="Google Shape;1591;p33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2" name="Google Shape;1592;p33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3" name="Google Shape;1593;p33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94" name="Google Shape;1594;p33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1595" name="Google Shape;1595;p33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6" name="Google Shape;1596;p33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7" name="Google Shape;1597;p33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0.xml"/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</p:sldLayoutIdLst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2" name="Google Shape;1602;p34"/>
          <p:cNvGrpSpPr/>
          <p:nvPr/>
        </p:nvGrpSpPr>
        <p:grpSpPr>
          <a:xfrm>
            <a:off x="150840" y="1506600"/>
            <a:ext cx="4420440" cy="3636360"/>
            <a:chOff x="150840" y="1506600"/>
            <a:chExt cx="4420440" cy="3636360"/>
          </a:xfrm>
        </p:grpSpPr>
        <p:sp>
          <p:nvSpPr>
            <p:cNvPr id="1603" name="Google Shape;1603;p34"/>
            <p:cNvSpPr/>
            <p:nvPr/>
          </p:nvSpPr>
          <p:spPr>
            <a:xfrm>
              <a:off x="389880" y="1506600"/>
              <a:ext cx="3972240" cy="3552480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4" name="Google Shape;1604;p34"/>
            <p:cNvSpPr/>
            <p:nvPr/>
          </p:nvSpPr>
          <p:spPr>
            <a:xfrm>
              <a:off x="507600" y="1506600"/>
              <a:ext cx="3815280" cy="3547800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5" name="Google Shape;1605;p34"/>
            <p:cNvSpPr/>
            <p:nvPr/>
          </p:nvSpPr>
          <p:spPr>
            <a:xfrm>
              <a:off x="3913920" y="3573720"/>
              <a:ext cx="587520" cy="1562400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6" name="Google Shape;1606;p34"/>
            <p:cNvSpPr/>
            <p:nvPr/>
          </p:nvSpPr>
          <p:spPr>
            <a:xfrm>
              <a:off x="1820880" y="3048120"/>
              <a:ext cx="1759320" cy="2094480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7" name="Google Shape;1607;p34"/>
            <p:cNvSpPr/>
            <p:nvPr/>
          </p:nvSpPr>
          <p:spPr>
            <a:xfrm>
              <a:off x="1820880" y="3225240"/>
              <a:ext cx="1611360" cy="1917720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8" name="Google Shape;1608;p34"/>
            <p:cNvSpPr/>
            <p:nvPr/>
          </p:nvSpPr>
          <p:spPr>
            <a:xfrm>
              <a:off x="3426480" y="3054600"/>
              <a:ext cx="148320" cy="2081880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9" name="Google Shape;1609;p34"/>
            <p:cNvSpPr/>
            <p:nvPr/>
          </p:nvSpPr>
          <p:spPr>
            <a:xfrm>
              <a:off x="3502440" y="4753440"/>
              <a:ext cx="72360" cy="383040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0" name="Google Shape;1610;p34"/>
            <p:cNvSpPr/>
            <p:nvPr/>
          </p:nvSpPr>
          <p:spPr>
            <a:xfrm>
              <a:off x="3497040" y="4747680"/>
              <a:ext cx="83160" cy="395280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1" name="Google Shape;1611;p34"/>
            <p:cNvSpPr/>
            <p:nvPr/>
          </p:nvSpPr>
          <p:spPr>
            <a:xfrm>
              <a:off x="3575160" y="4487400"/>
              <a:ext cx="313560" cy="649080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2" name="Google Shape;1612;p34"/>
            <p:cNvSpPr/>
            <p:nvPr/>
          </p:nvSpPr>
          <p:spPr>
            <a:xfrm>
              <a:off x="3569040" y="4481640"/>
              <a:ext cx="325080" cy="66132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3" name="Google Shape;1613;p34"/>
            <p:cNvSpPr/>
            <p:nvPr/>
          </p:nvSpPr>
          <p:spPr>
            <a:xfrm>
              <a:off x="1045080" y="4753440"/>
              <a:ext cx="72360" cy="383040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4" name="Google Shape;1614;p34"/>
            <p:cNvSpPr/>
            <p:nvPr/>
          </p:nvSpPr>
          <p:spPr>
            <a:xfrm>
              <a:off x="1039680" y="4747680"/>
              <a:ext cx="83160" cy="395280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5" name="Google Shape;1615;p34"/>
            <p:cNvSpPr/>
            <p:nvPr/>
          </p:nvSpPr>
          <p:spPr>
            <a:xfrm>
              <a:off x="1117800" y="4487400"/>
              <a:ext cx="313560" cy="649080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6" name="Google Shape;1616;p34"/>
            <p:cNvSpPr/>
            <p:nvPr/>
          </p:nvSpPr>
          <p:spPr>
            <a:xfrm>
              <a:off x="1111680" y="4481640"/>
              <a:ext cx="325080" cy="66132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7" name="Google Shape;1617;p34"/>
            <p:cNvSpPr/>
            <p:nvPr/>
          </p:nvSpPr>
          <p:spPr>
            <a:xfrm>
              <a:off x="765720" y="4426560"/>
              <a:ext cx="3354120" cy="39456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8" name="Google Shape;1618;p34"/>
            <p:cNvSpPr/>
            <p:nvPr/>
          </p:nvSpPr>
          <p:spPr>
            <a:xfrm>
              <a:off x="760320" y="4420440"/>
              <a:ext cx="3364920" cy="40608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9" name="Google Shape;1619;p34"/>
            <p:cNvSpPr/>
            <p:nvPr/>
          </p:nvSpPr>
          <p:spPr>
            <a:xfrm>
              <a:off x="766800" y="4426560"/>
              <a:ext cx="3352680" cy="369000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0" name="Google Shape;1620;p34"/>
            <p:cNvSpPr/>
            <p:nvPr/>
          </p:nvSpPr>
          <p:spPr>
            <a:xfrm>
              <a:off x="761040" y="4420080"/>
              <a:ext cx="3364920" cy="381600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1" name="Google Shape;1621;p34"/>
            <p:cNvSpPr/>
            <p:nvPr/>
          </p:nvSpPr>
          <p:spPr>
            <a:xfrm>
              <a:off x="3186720" y="4584960"/>
              <a:ext cx="500040" cy="14832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150" lIns="91425" spcFirstLastPara="1" rIns="91425" wrap="square" tIns="74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2" name="Google Shape;1622;p34"/>
            <p:cNvSpPr/>
            <p:nvPr/>
          </p:nvSpPr>
          <p:spPr>
            <a:xfrm>
              <a:off x="3180600" y="4579200"/>
              <a:ext cx="512280" cy="160200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0275" lIns="91425" spcFirstLastPara="1" rIns="91425" wrap="square" tIns="80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3" name="Google Shape;1623;p34"/>
            <p:cNvSpPr/>
            <p:nvPr/>
          </p:nvSpPr>
          <p:spPr>
            <a:xfrm>
              <a:off x="3661920" y="4426560"/>
              <a:ext cx="457560" cy="39456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4" name="Google Shape;1624;p34"/>
            <p:cNvSpPr/>
            <p:nvPr/>
          </p:nvSpPr>
          <p:spPr>
            <a:xfrm>
              <a:off x="3656520" y="4420440"/>
              <a:ext cx="468360" cy="406440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5" name="Google Shape;1625;p34"/>
            <p:cNvSpPr/>
            <p:nvPr/>
          </p:nvSpPr>
          <p:spPr>
            <a:xfrm>
              <a:off x="3274920" y="4437000"/>
              <a:ext cx="605160" cy="196920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6" name="Google Shape;1626;p34"/>
            <p:cNvSpPr/>
            <p:nvPr/>
          </p:nvSpPr>
          <p:spPr>
            <a:xfrm>
              <a:off x="3342960" y="4593240"/>
              <a:ext cx="173520" cy="1224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1200" lIns="91425" spcFirstLastPara="1" rIns="91425" wrap="square" tIns="6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7" name="Google Shape;1627;p34"/>
            <p:cNvSpPr/>
            <p:nvPr/>
          </p:nvSpPr>
          <p:spPr>
            <a:xfrm>
              <a:off x="3442680" y="4614480"/>
              <a:ext cx="47520" cy="82800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1400" lIns="91425" spcFirstLastPara="1" rIns="91425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8" name="Google Shape;1628;p34"/>
            <p:cNvSpPr/>
            <p:nvPr/>
          </p:nvSpPr>
          <p:spPr>
            <a:xfrm>
              <a:off x="2013480" y="4534560"/>
              <a:ext cx="1338480" cy="219600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9" name="Google Shape;1629;p34"/>
            <p:cNvSpPr/>
            <p:nvPr/>
          </p:nvSpPr>
          <p:spPr>
            <a:xfrm>
              <a:off x="2007360" y="4529160"/>
              <a:ext cx="1350720" cy="231120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0" name="Google Shape;1630;p34"/>
            <p:cNvSpPr/>
            <p:nvPr/>
          </p:nvSpPr>
          <p:spPr>
            <a:xfrm>
              <a:off x="3084840" y="4528800"/>
              <a:ext cx="273240" cy="245160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1" name="Google Shape;1631;p34"/>
            <p:cNvSpPr/>
            <p:nvPr/>
          </p:nvSpPr>
          <p:spPr>
            <a:xfrm>
              <a:off x="2013480" y="4754880"/>
              <a:ext cx="1076400" cy="12960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2" name="Google Shape;1632;p34"/>
            <p:cNvSpPr/>
            <p:nvPr/>
          </p:nvSpPr>
          <p:spPr>
            <a:xfrm>
              <a:off x="2007360" y="4748400"/>
              <a:ext cx="1088640" cy="25920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3" name="Google Shape;1633;p34"/>
            <p:cNvSpPr/>
            <p:nvPr/>
          </p:nvSpPr>
          <p:spPr>
            <a:xfrm>
              <a:off x="232380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4" name="Google Shape;1634;p34"/>
            <p:cNvSpPr/>
            <p:nvPr/>
          </p:nvSpPr>
          <p:spPr>
            <a:xfrm>
              <a:off x="239544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5" name="Google Shape;1635;p34"/>
            <p:cNvSpPr/>
            <p:nvPr/>
          </p:nvSpPr>
          <p:spPr>
            <a:xfrm>
              <a:off x="225252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6" name="Google Shape;1636;p34"/>
            <p:cNvSpPr/>
            <p:nvPr/>
          </p:nvSpPr>
          <p:spPr>
            <a:xfrm>
              <a:off x="228744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7" name="Google Shape;1637;p34"/>
            <p:cNvSpPr/>
            <p:nvPr/>
          </p:nvSpPr>
          <p:spPr>
            <a:xfrm>
              <a:off x="239328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8" name="Google Shape;1638;p34"/>
            <p:cNvSpPr/>
            <p:nvPr/>
          </p:nvSpPr>
          <p:spPr>
            <a:xfrm>
              <a:off x="232200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9" name="Google Shape;1639;p34"/>
            <p:cNvSpPr/>
            <p:nvPr/>
          </p:nvSpPr>
          <p:spPr>
            <a:xfrm>
              <a:off x="246600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0" name="Google Shape;1640;p34"/>
            <p:cNvSpPr/>
            <p:nvPr/>
          </p:nvSpPr>
          <p:spPr>
            <a:xfrm>
              <a:off x="282168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1" name="Google Shape;1641;p34"/>
            <p:cNvSpPr/>
            <p:nvPr/>
          </p:nvSpPr>
          <p:spPr>
            <a:xfrm>
              <a:off x="246420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2" name="Google Shape;1642;p34"/>
            <p:cNvSpPr/>
            <p:nvPr/>
          </p:nvSpPr>
          <p:spPr>
            <a:xfrm>
              <a:off x="253728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3" name="Google Shape;1643;p34"/>
            <p:cNvSpPr/>
            <p:nvPr/>
          </p:nvSpPr>
          <p:spPr>
            <a:xfrm>
              <a:off x="296388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4" name="Google Shape;1644;p34"/>
            <p:cNvSpPr/>
            <p:nvPr/>
          </p:nvSpPr>
          <p:spPr>
            <a:xfrm>
              <a:off x="299880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5" name="Google Shape;1645;p34"/>
            <p:cNvSpPr/>
            <p:nvPr/>
          </p:nvSpPr>
          <p:spPr>
            <a:xfrm>
              <a:off x="289296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6" name="Google Shape;1646;p34"/>
            <p:cNvSpPr/>
            <p:nvPr/>
          </p:nvSpPr>
          <p:spPr>
            <a:xfrm>
              <a:off x="275076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7" name="Google Shape;1647;p34"/>
            <p:cNvSpPr/>
            <p:nvPr/>
          </p:nvSpPr>
          <p:spPr>
            <a:xfrm>
              <a:off x="260820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8" name="Google Shape;1648;p34"/>
            <p:cNvSpPr/>
            <p:nvPr/>
          </p:nvSpPr>
          <p:spPr>
            <a:xfrm>
              <a:off x="267948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9" name="Google Shape;1649;p34"/>
            <p:cNvSpPr/>
            <p:nvPr/>
          </p:nvSpPr>
          <p:spPr>
            <a:xfrm>
              <a:off x="274896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0" name="Google Shape;1650;p34"/>
            <p:cNvSpPr/>
            <p:nvPr/>
          </p:nvSpPr>
          <p:spPr>
            <a:xfrm>
              <a:off x="285660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1" name="Google Shape;1651;p34"/>
            <p:cNvSpPr/>
            <p:nvPr/>
          </p:nvSpPr>
          <p:spPr>
            <a:xfrm>
              <a:off x="271404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2" name="Google Shape;1652;p34"/>
            <p:cNvSpPr/>
            <p:nvPr/>
          </p:nvSpPr>
          <p:spPr>
            <a:xfrm>
              <a:off x="257184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3" name="Google Shape;1653;p34"/>
            <p:cNvSpPr/>
            <p:nvPr/>
          </p:nvSpPr>
          <p:spPr>
            <a:xfrm>
              <a:off x="278532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4" name="Google Shape;1654;p34"/>
            <p:cNvSpPr/>
            <p:nvPr/>
          </p:nvSpPr>
          <p:spPr>
            <a:xfrm>
              <a:off x="253548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5" name="Google Shape;1655;p34"/>
            <p:cNvSpPr/>
            <p:nvPr/>
          </p:nvSpPr>
          <p:spPr>
            <a:xfrm>
              <a:off x="2358360" y="4624560"/>
              <a:ext cx="117360" cy="4068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6" name="Google Shape;1656;p34"/>
            <p:cNvSpPr/>
            <p:nvPr/>
          </p:nvSpPr>
          <p:spPr>
            <a:xfrm>
              <a:off x="250092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7" name="Google Shape;1657;p34"/>
            <p:cNvSpPr/>
            <p:nvPr/>
          </p:nvSpPr>
          <p:spPr>
            <a:xfrm>
              <a:off x="242964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8" name="Google Shape;1658;p34"/>
            <p:cNvSpPr/>
            <p:nvPr/>
          </p:nvSpPr>
          <p:spPr>
            <a:xfrm>
              <a:off x="264312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9" name="Google Shape;1659;p34"/>
            <p:cNvSpPr/>
            <p:nvPr/>
          </p:nvSpPr>
          <p:spPr>
            <a:xfrm>
              <a:off x="267768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0" name="Google Shape;1660;p34"/>
            <p:cNvSpPr/>
            <p:nvPr/>
          </p:nvSpPr>
          <p:spPr>
            <a:xfrm>
              <a:off x="303300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1" name="Google Shape;1661;p34"/>
            <p:cNvSpPr/>
            <p:nvPr/>
          </p:nvSpPr>
          <p:spPr>
            <a:xfrm>
              <a:off x="260676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2" name="Google Shape;1662;p34"/>
            <p:cNvSpPr/>
            <p:nvPr/>
          </p:nvSpPr>
          <p:spPr>
            <a:xfrm>
              <a:off x="289080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3" name="Google Shape;1663;p34"/>
            <p:cNvSpPr/>
            <p:nvPr/>
          </p:nvSpPr>
          <p:spPr>
            <a:xfrm>
              <a:off x="296244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4" name="Google Shape;1664;p34"/>
            <p:cNvSpPr/>
            <p:nvPr/>
          </p:nvSpPr>
          <p:spPr>
            <a:xfrm>
              <a:off x="292752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5" name="Google Shape;1665;p34"/>
            <p:cNvSpPr/>
            <p:nvPr/>
          </p:nvSpPr>
          <p:spPr>
            <a:xfrm>
              <a:off x="281952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6" name="Google Shape;1666;p34"/>
            <p:cNvSpPr/>
            <p:nvPr/>
          </p:nvSpPr>
          <p:spPr>
            <a:xfrm>
              <a:off x="264528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7" name="Google Shape;1667;p34"/>
            <p:cNvSpPr/>
            <p:nvPr/>
          </p:nvSpPr>
          <p:spPr>
            <a:xfrm>
              <a:off x="271584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8" name="Google Shape;1668;p34"/>
            <p:cNvSpPr/>
            <p:nvPr/>
          </p:nvSpPr>
          <p:spPr>
            <a:xfrm>
              <a:off x="257364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9" name="Google Shape;1669;p34"/>
            <p:cNvSpPr/>
            <p:nvPr/>
          </p:nvSpPr>
          <p:spPr>
            <a:xfrm>
              <a:off x="278712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0" name="Google Shape;1670;p34"/>
            <p:cNvSpPr/>
            <p:nvPr/>
          </p:nvSpPr>
          <p:spPr>
            <a:xfrm>
              <a:off x="250236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1" name="Google Shape;1671;p34"/>
            <p:cNvSpPr/>
            <p:nvPr/>
          </p:nvSpPr>
          <p:spPr>
            <a:xfrm>
              <a:off x="2431800" y="4683240"/>
              <a:ext cx="117360" cy="40680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2" name="Google Shape;1672;p34"/>
            <p:cNvSpPr/>
            <p:nvPr/>
          </p:nvSpPr>
          <p:spPr>
            <a:xfrm>
              <a:off x="285804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3" name="Google Shape;1673;p34"/>
            <p:cNvSpPr/>
            <p:nvPr/>
          </p:nvSpPr>
          <p:spPr>
            <a:xfrm>
              <a:off x="2288880" y="4683240"/>
              <a:ext cx="118080" cy="40680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4" name="Google Shape;1674;p34"/>
            <p:cNvSpPr/>
            <p:nvPr/>
          </p:nvSpPr>
          <p:spPr>
            <a:xfrm>
              <a:off x="236016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5" name="Google Shape;1675;p34"/>
            <p:cNvSpPr/>
            <p:nvPr/>
          </p:nvSpPr>
          <p:spPr>
            <a:xfrm>
              <a:off x="3069360" y="4624560"/>
              <a:ext cx="118080" cy="4068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6" name="Google Shape;1676;p34"/>
            <p:cNvSpPr/>
            <p:nvPr/>
          </p:nvSpPr>
          <p:spPr>
            <a:xfrm>
              <a:off x="313884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7" name="Google Shape;1677;p34"/>
            <p:cNvSpPr/>
            <p:nvPr/>
          </p:nvSpPr>
          <p:spPr>
            <a:xfrm>
              <a:off x="3104280" y="459468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8" name="Google Shape;1678;p34"/>
            <p:cNvSpPr/>
            <p:nvPr/>
          </p:nvSpPr>
          <p:spPr>
            <a:xfrm>
              <a:off x="221832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9" name="Google Shape;1679;p34"/>
            <p:cNvSpPr/>
            <p:nvPr/>
          </p:nvSpPr>
          <p:spPr>
            <a:xfrm>
              <a:off x="292932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0" name="Google Shape;1680;p34"/>
            <p:cNvSpPr/>
            <p:nvPr/>
          </p:nvSpPr>
          <p:spPr>
            <a:xfrm>
              <a:off x="300060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1" name="Google Shape;1681;p34"/>
            <p:cNvSpPr/>
            <p:nvPr/>
          </p:nvSpPr>
          <p:spPr>
            <a:xfrm>
              <a:off x="303516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2" name="Google Shape;1682;p34"/>
            <p:cNvSpPr/>
            <p:nvPr/>
          </p:nvSpPr>
          <p:spPr>
            <a:xfrm>
              <a:off x="2216160" y="462456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3" name="Google Shape;1683;p34"/>
            <p:cNvSpPr/>
            <p:nvPr/>
          </p:nvSpPr>
          <p:spPr>
            <a:xfrm>
              <a:off x="271260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4" name="Google Shape;1684;p34"/>
            <p:cNvSpPr/>
            <p:nvPr/>
          </p:nvSpPr>
          <p:spPr>
            <a:xfrm>
              <a:off x="278316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5" name="Google Shape;1685;p34"/>
            <p:cNvSpPr/>
            <p:nvPr/>
          </p:nvSpPr>
          <p:spPr>
            <a:xfrm>
              <a:off x="264096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6" name="Google Shape;1686;p34"/>
            <p:cNvSpPr/>
            <p:nvPr/>
          </p:nvSpPr>
          <p:spPr>
            <a:xfrm>
              <a:off x="285444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7" name="Google Shape;1687;p34"/>
            <p:cNvSpPr/>
            <p:nvPr/>
          </p:nvSpPr>
          <p:spPr>
            <a:xfrm>
              <a:off x="299664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8" name="Google Shape;1688;p34"/>
            <p:cNvSpPr/>
            <p:nvPr/>
          </p:nvSpPr>
          <p:spPr>
            <a:xfrm>
              <a:off x="292536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9" name="Google Shape;1689;p34"/>
            <p:cNvSpPr/>
            <p:nvPr/>
          </p:nvSpPr>
          <p:spPr>
            <a:xfrm>
              <a:off x="256968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0" name="Google Shape;1690;p34"/>
            <p:cNvSpPr/>
            <p:nvPr/>
          </p:nvSpPr>
          <p:spPr>
            <a:xfrm>
              <a:off x="2181960" y="4653720"/>
              <a:ext cx="117360" cy="4140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1" name="Google Shape;1691;p34"/>
            <p:cNvSpPr/>
            <p:nvPr/>
          </p:nvSpPr>
          <p:spPr>
            <a:xfrm>
              <a:off x="2250720" y="4594680"/>
              <a:ext cx="118080" cy="4140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2" name="Google Shape;1692;p34"/>
            <p:cNvSpPr/>
            <p:nvPr/>
          </p:nvSpPr>
          <p:spPr>
            <a:xfrm>
              <a:off x="306792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3" name="Google Shape;1693;p34"/>
            <p:cNvSpPr/>
            <p:nvPr/>
          </p:nvSpPr>
          <p:spPr>
            <a:xfrm>
              <a:off x="2146680" y="4683240"/>
              <a:ext cx="117360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4" name="Google Shape;1694;p34"/>
            <p:cNvSpPr/>
            <p:nvPr/>
          </p:nvSpPr>
          <p:spPr>
            <a:xfrm>
              <a:off x="228564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5" name="Google Shape;1695;p34"/>
            <p:cNvSpPr/>
            <p:nvPr/>
          </p:nvSpPr>
          <p:spPr>
            <a:xfrm>
              <a:off x="242748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6" name="Google Shape;1696;p34"/>
            <p:cNvSpPr/>
            <p:nvPr/>
          </p:nvSpPr>
          <p:spPr>
            <a:xfrm>
              <a:off x="2356200" y="4565880"/>
              <a:ext cx="118080" cy="4068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7" name="Google Shape;1697;p34"/>
            <p:cNvSpPr/>
            <p:nvPr/>
          </p:nvSpPr>
          <p:spPr>
            <a:xfrm>
              <a:off x="2499120" y="4565880"/>
              <a:ext cx="117360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8" name="Google Shape;1698;p34"/>
            <p:cNvSpPr/>
            <p:nvPr/>
          </p:nvSpPr>
          <p:spPr>
            <a:xfrm>
              <a:off x="3011400" y="4455360"/>
              <a:ext cx="434520" cy="50760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9" name="Google Shape;1699;p34"/>
            <p:cNvSpPr/>
            <p:nvPr/>
          </p:nvSpPr>
          <p:spPr>
            <a:xfrm>
              <a:off x="3008160" y="4449960"/>
              <a:ext cx="441360" cy="6192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0" name="Google Shape;1700;p34"/>
            <p:cNvSpPr/>
            <p:nvPr/>
          </p:nvSpPr>
          <p:spPr>
            <a:xfrm>
              <a:off x="3213720" y="4212000"/>
              <a:ext cx="67680" cy="27288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1" name="Google Shape;1701;p34"/>
            <p:cNvSpPr/>
            <p:nvPr/>
          </p:nvSpPr>
          <p:spPr>
            <a:xfrm>
              <a:off x="3208320" y="4205520"/>
              <a:ext cx="79200" cy="28476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2" name="Google Shape;1702;p34"/>
            <p:cNvSpPr/>
            <p:nvPr/>
          </p:nvSpPr>
          <p:spPr>
            <a:xfrm>
              <a:off x="3202920" y="4212000"/>
              <a:ext cx="89280" cy="19764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3" name="Google Shape;1703;p34"/>
            <p:cNvSpPr/>
            <p:nvPr/>
          </p:nvSpPr>
          <p:spPr>
            <a:xfrm>
              <a:off x="3197520" y="4205520"/>
              <a:ext cx="100800" cy="20988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4" name="Google Shape;1704;p34"/>
            <p:cNvSpPr/>
            <p:nvPr/>
          </p:nvSpPr>
          <p:spPr>
            <a:xfrm>
              <a:off x="2698920" y="3303000"/>
              <a:ext cx="1129680" cy="9288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5" name="Google Shape;1705;p34"/>
            <p:cNvSpPr/>
            <p:nvPr/>
          </p:nvSpPr>
          <p:spPr>
            <a:xfrm>
              <a:off x="2693160" y="3297240"/>
              <a:ext cx="1141200" cy="93996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6" name="Google Shape;1706;p34"/>
            <p:cNvSpPr/>
            <p:nvPr/>
          </p:nvSpPr>
          <p:spPr>
            <a:xfrm>
              <a:off x="2759040" y="3352320"/>
              <a:ext cx="1009080" cy="82944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7" name="Google Shape;1707;p34"/>
            <p:cNvSpPr/>
            <p:nvPr/>
          </p:nvSpPr>
          <p:spPr>
            <a:xfrm>
              <a:off x="2753640" y="3346920"/>
              <a:ext cx="1019880" cy="84096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8" name="Google Shape;1708;p34"/>
            <p:cNvSpPr/>
            <p:nvPr/>
          </p:nvSpPr>
          <p:spPr>
            <a:xfrm>
              <a:off x="2823120" y="3394800"/>
              <a:ext cx="353160" cy="233280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9" name="Google Shape;1709;p34"/>
            <p:cNvSpPr/>
            <p:nvPr/>
          </p:nvSpPr>
          <p:spPr>
            <a:xfrm>
              <a:off x="2823120" y="3645360"/>
              <a:ext cx="353160" cy="232560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0" name="Google Shape;1710;p34"/>
            <p:cNvSpPr/>
            <p:nvPr/>
          </p:nvSpPr>
          <p:spPr>
            <a:xfrm>
              <a:off x="2823120" y="3900600"/>
              <a:ext cx="353160" cy="233280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1" name="Google Shape;1711;p34"/>
            <p:cNvSpPr/>
            <p:nvPr/>
          </p:nvSpPr>
          <p:spPr>
            <a:xfrm>
              <a:off x="3222360" y="3394800"/>
              <a:ext cx="353160" cy="233280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2" name="Google Shape;1712;p34"/>
            <p:cNvSpPr/>
            <p:nvPr/>
          </p:nvSpPr>
          <p:spPr>
            <a:xfrm>
              <a:off x="3222360" y="3651120"/>
              <a:ext cx="353160" cy="233280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3" name="Google Shape;1713;p34"/>
            <p:cNvSpPr/>
            <p:nvPr/>
          </p:nvSpPr>
          <p:spPr>
            <a:xfrm>
              <a:off x="2448360" y="3101400"/>
              <a:ext cx="434520" cy="50760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4" name="Google Shape;1714;p34"/>
            <p:cNvSpPr/>
            <p:nvPr/>
          </p:nvSpPr>
          <p:spPr>
            <a:xfrm>
              <a:off x="2445120" y="3095640"/>
              <a:ext cx="442080" cy="61920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5" name="Google Shape;1715;p34"/>
            <p:cNvSpPr/>
            <p:nvPr/>
          </p:nvSpPr>
          <p:spPr>
            <a:xfrm>
              <a:off x="2650680" y="2857680"/>
              <a:ext cx="68400" cy="27288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6" name="Google Shape;1716;p34"/>
            <p:cNvSpPr/>
            <p:nvPr/>
          </p:nvSpPr>
          <p:spPr>
            <a:xfrm>
              <a:off x="2645280" y="2851560"/>
              <a:ext cx="79200" cy="28476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7" name="Google Shape;1717;p34"/>
            <p:cNvSpPr/>
            <p:nvPr/>
          </p:nvSpPr>
          <p:spPr>
            <a:xfrm>
              <a:off x="2639880" y="2857680"/>
              <a:ext cx="90000" cy="19764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8" name="Google Shape;1718;p34"/>
            <p:cNvSpPr/>
            <p:nvPr/>
          </p:nvSpPr>
          <p:spPr>
            <a:xfrm>
              <a:off x="2634480" y="2851560"/>
              <a:ext cx="100800" cy="210600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9" name="Google Shape;1719;p34"/>
            <p:cNvSpPr/>
            <p:nvPr/>
          </p:nvSpPr>
          <p:spPr>
            <a:xfrm>
              <a:off x="2135880" y="1948680"/>
              <a:ext cx="1129680" cy="928800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0" name="Google Shape;1720;p34"/>
            <p:cNvSpPr/>
            <p:nvPr/>
          </p:nvSpPr>
          <p:spPr>
            <a:xfrm>
              <a:off x="2130840" y="1942920"/>
              <a:ext cx="1140480" cy="939960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1" name="Google Shape;1721;p34"/>
            <p:cNvSpPr/>
            <p:nvPr/>
          </p:nvSpPr>
          <p:spPr>
            <a:xfrm>
              <a:off x="2196720" y="1998360"/>
              <a:ext cx="1008360" cy="829440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2" name="Google Shape;1722;p34"/>
            <p:cNvSpPr/>
            <p:nvPr/>
          </p:nvSpPr>
          <p:spPr>
            <a:xfrm>
              <a:off x="2190600" y="1992600"/>
              <a:ext cx="1020600" cy="84096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3" name="Google Shape;1723;p34"/>
            <p:cNvSpPr/>
            <p:nvPr/>
          </p:nvSpPr>
          <p:spPr>
            <a:xfrm>
              <a:off x="2270160" y="2085120"/>
              <a:ext cx="421920" cy="20340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4" name="Google Shape;1724;p34"/>
            <p:cNvSpPr/>
            <p:nvPr/>
          </p:nvSpPr>
          <p:spPr>
            <a:xfrm>
              <a:off x="2328840" y="2410560"/>
              <a:ext cx="693360" cy="8028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5" name="Google Shape;1725;p34"/>
            <p:cNvSpPr/>
            <p:nvPr/>
          </p:nvSpPr>
          <p:spPr>
            <a:xfrm>
              <a:off x="2328840" y="2480760"/>
              <a:ext cx="693360" cy="8028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6" name="Google Shape;1726;p34"/>
            <p:cNvSpPr/>
            <p:nvPr/>
          </p:nvSpPr>
          <p:spPr>
            <a:xfrm>
              <a:off x="2328840" y="2638440"/>
              <a:ext cx="693360" cy="7956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9950" lIns="91425" spcFirstLastPara="1" rIns="91425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7" name="Google Shape;1727;p34"/>
            <p:cNvSpPr/>
            <p:nvPr/>
          </p:nvSpPr>
          <p:spPr>
            <a:xfrm>
              <a:off x="2328840" y="2567880"/>
              <a:ext cx="693360" cy="80280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8" name="Google Shape;1728;p34"/>
            <p:cNvSpPr/>
            <p:nvPr/>
          </p:nvSpPr>
          <p:spPr>
            <a:xfrm>
              <a:off x="3033720" y="2369520"/>
              <a:ext cx="63720" cy="6768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9" name="Google Shape;1729;p34"/>
            <p:cNvSpPr/>
            <p:nvPr/>
          </p:nvSpPr>
          <p:spPr>
            <a:xfrm>
              <a:off x="3033720" y="2453040"/>
              <a:ext cx="63720" cy="6696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0" name="Google Shape;1730;p34"/>
            <p:cNvSpPr/>
            <p:nvPr/>
          </p:nvSpPr>
          <p:spPr>
            <a:xfrm>
              <a:off x="3033720" y="2595960"/>
              <a:ext cx="63720" cy="66960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1" name="Google Shape;1731;p34"/>
            <p:cNvSpPr/>
            <p:nvPr/>
          </p:nvSpPr>
          <p:spPr>
            <a:xfrm>
              <a:off x="3033720" y="2678760"/>
              <a:ext cx="63720" cy="6768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2" name="Google Shape;1732;p34"/>
            <p:cNvSpPr/>
            <p:nvPr/>
          </p:nvSpPr>
          <p:spPr>
            <a:xfrm>
              <a:off x="2251800" y="2369520"/>
              <a:ext cx="63720" cy="6768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3" name="Google Shape;1733;p34"/>
            <p:cNvSpPr/>
            <p:nvPr/>
          </p:nvSpPr>
          <p:spPr>
            <a:xfrm>
              <a:off x="2251800" y="2453040"/>
              <a:ext cx="63720" cy="6696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4" name="Google Shape;1734;p34"/>
            <p:cNvSpPr/>
            <p:nvPr/>
          </p:nvSpPr>
          <p:spPr>
            <a:xfrm>
              <a:off x="2251800" y="2595960"/>
              <a:ext cx="63720" cy="66960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5" name="Google Shape;1735;p34"/>
            <p:cNvSpPr/>
            <p:nvPr/>
          </p:nvSpPr>
          <p:spPr>
            <a:xfrm>
              <a:off x="2251800" y="2678760"/>
              <a:ext cx="63720" cy="6768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6" name="Google Shape;1736;p34"/>
            <p:cNvSpPr/>
            <p:nvPr/>
          </p:nvSpPr>
          <p:spPr>
            <a:xfrm>
              <a:off x="2745360" y="2073240"/>
              <a:ext cx="353160" cy="233280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7" name="Google Shape;1737;p34"/>
            <p:cNvSpPr/>
            <p:nvPr/>
          </p:nvSpPr>
          <p:spPr>
            <a:xfrm>
              <a:off x="1688400" y="4455360"/>
              <a:ext cx="434520" cy="50760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8" name="Google Shape;1738;p34"/>
            <p:cNvSpPr/>
            <p:nvPr/>
          </p:nvSpPr>
          <p:spPr>
            <a:xfrm>
              <a:off x="1684800" y="4449960"/>
              <a:ext cx="441360" cy="6192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9" name="Google Shape;1739;p34"/>
            <p:cNvSpPr/>
            <p:nvPr/>
          </p:nvSpPr>
          <p:spPr>
            <a:xfrm>
              <a:off x="1890360" y="4212000"/>
              <a:ext cx="67680" cy="27288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1884960" y="4205520"/>
              <a:ext cx="79200" cy="28476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1879560" y="4212000"/>
              <a:ext cx="89280" cy="19764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1874160" y="4205520"/>
              <a:ext cx="100800" cy="20988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1375920" y="3303000"/>
              <a:ext cx="1129680" cy="9288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1369800" y="3297240"/>
              <a:ext cx="1141200" cy="93996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1435680" y="3352320"/>
              <a:ext cx="1009080" cy="82944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1430280" y="3346920"/>
              <a:ext cx="1019880" cy="84096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1627560" y="3394800"/>
              <a:ext cx="353160" cy="233280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1627560" y="3645360"/>
              <a:ext cx="353160" cy="232560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1627560" y="3900600"/>
              <a:ext cx="353160" cy="233280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1622160" y="3895200"/>
              <a:ext cx="364680" cy="244440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2026800" y="3394800"/>
              <a:ext cx="353160" cy="233280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2026800" y="3651120"/>
              <a:ext cx="353160" cy="233280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1940040" y="2957760"/>
              <a:ext cx="89280" cy="173160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6750" lIns="91425" spcFirstLastPara="1" rIns="91425" wrap="square" tIns="86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1422360" y="2669400"/>
              <a:ext cx="573480" cy="777600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1449000" y="2692440"/>
              <a:ext cx="419040" cy="693720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1785240" y="2770200"/>
              <a:ext cx="200880" cy="12276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61550" lIns="91425" spcFirstLastPara="1" rIns="91425" wrap="square" tIns="61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1416960" y="2663280"/>
              <a:ext cx="580680" cy="78984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1439640" y="2552400"/>
              <a:ext cx="687960" cy="627840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1451880" y="2546640"/>
              <a:ext cx="659520" cy="63936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1551600" y="3013920"/>
              <a:ext cx="38880" cy="360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1608120" y="2719080"/>
              <a:ext cx="481320" cy="241920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1598760" y="2832840"/>
              <a:ext cx="236880" cy="27792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1703160" y="2985120"/>
              <a:ext cx="322200" cy="45720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1650600" y="2927520"/>
              <a:ext cx="106200" cy="218160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1649880" y="2921400"/>
              <a:ext cx="108000" cy="2304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889560" y="4812840"/>
              <a:ext cx="1654920" cy="32364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884160" y="4807080"/>
              <a:ext cx="1666440" cy="33588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897480" y="3344760"/>
              <a:ext cx="930240" cy="162792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919800" y="3372120"/>
              <a:ext cx="836640" cy="1594440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4777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1204200" y="3812400"/>
              <a:ext cx="124920" cy="343440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1482840" y="4151520"/>
              <a:ext cx="131760" cy="1404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1402560" y="4298040"/>
              <a:ext cx="221760" cy="34920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7625" lIns="91425" spcFirstLastPara="1" rIns="91425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1369800" y="4730760"/>
              <a:ext cx="318240" cy="245520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908280" y="3338640"/>
              <a:ext cx="916920" cy="164016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1320480" y="3265560"/>
              <a:ext cx="479160" cy="32724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1320480" y="3265560"/>
              <a:ext cx="351720" cy="218880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1314360" y="3259800"/>
              <a:ext cx="491400" cy="33912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2395440" y="4354560"/>
              <a:ext cx="444960" cy="326880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2390040" y="4349160"/>
              <a:ext cx="446040" cy="33768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2625480" y="4393080"/>
              <a:ext cx="140400" cy="70560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35275" lIns="91425" spcFirstLastPara="1" rIns="91425" wrap="square" tIns="35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2558160" y="4397400"/>
              <a:ext cx="51480" cy="3852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19425" lIns="91425" spcFirstLastPara="1" rIns="91425" wrap="square" tIns="1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1913040" y="4345920"/>
              <a:ext cx="390600" cy="24840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1915920" y="4340160"/>
              <a:ext cx="383400" cy="259920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2120040" y="4376880"/>
              <a:ext cx="73080" cy="47880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2065320" y="4358520"/>
              <a:ext cx="56160" cy="432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1517760" y="3611520"/>
              <a:ext cx="1005120" cy="142812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1530000" y="3647520"/>
              <a:ext cx="986400" cy="1392120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4777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1524600" y="3605400"/>
              <a:ext cx="994320" cy="1440360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2356920" y="4566240"/>
              <a:ext cx="115560" cy="162000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1000" lIns="91425" spcFirstLastPara="1" rIns="91425" wrap="square" tIns="81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0" name="Google Shape;1790;p34"/>
            <p:cNvSpPr/>
            <p:nvPr/>
          </p:nvSpPr>
          <p:spPr>
            <a:xfrm>
              <a:off x="485640" y="3294000"/>
              <a:ext cx="868320" cy="1842120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1" name="Google Shape;1791;p34"/>
            <p:cNvSpPr/>
            <p:nvPr/>
          </p:nvSpPr>
          <p:spPr>
            <a:xfrm>
              <a:off x="479520" y="3288600"/>
              <a:ext cx="880560" cy="18540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2" name="Google Shape;1792;p34"/>
            <p:cNvSpPr/>
            <p:nvPr/>
          </p:nvSpPr>
          <p:spPr>
            <a:xfrm>
              <a:off x="154080" y="3270600"/>
              <a:ext cx="1149840" cy="1865880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3" name="Google Shape;1793;p34"/>
            <p:cNvSpPr/>
            <p:nvPr/>
          </p:nvSpPr>
          <p:spPr>
            <a:xfrm>
              <a:off x="150840" y="3264840"/>
              <a:ext cx="1158480" cy="187812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4" name="Google Shape;1794;p34"/>
            <p:cNvSpPr/>
            <p:nvPr/>
          </p:nvSpPr>
          <p:spPr>
            <a:xfrm>
              <a:off x="519120" y="5136840"/>
              <a:ext cx="4047120" cy="360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50" lIns="91425" spcFirstLastPara="1" rIns="91425" wrap="square" tIns="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5" name="Google Shape;1795;p34"/>
            <p:cNvSpPr/>
            <p:nvPr/>
          </p:nvSpPr>
          <p:spPr>
            <a:xfrm>
              <a:off x="513000" y="5131080"/>
              <a:ext cx="4058280" cy="11520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796" name="Google Shape;1796;p34"/>
          <p:cNvSpPr txBox="1"/>
          <p:nvPr>
            <p:ph type="title"/>
          </p:nvPr>
        </p:nvSpPr>
        <p:spPr>
          <a:xfrm>
            <a:off x="5327000" y="1506600"/>
            <a:ext cx="3331200" cy="21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Fjalla One"/>
              <a:buNone/>
            </a:pPr>
            <a:r>
              <a:rPr b="0" lang="en-US" sz="6000" u="none" strike="noStrik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MIPS Simulator</a:t>
            </a:r>
            <a:endParaRPr b="0" sz="60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34"/>
          <p:cNvSpPr txBox="1"/>
          <p:nvPr>
            <p:ph idx="1" type="subTitle"/>
          </p:nvPr>
        </p:nvSpPr>
        <p:spPr>
          <a:xfrm>
            <a:off x="5327000" y="3520225"/>
            <a:ext cx="2969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Semi Condensed Medium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Sam D, Tim S, Moji A, Patricio </a:t>
            </a:r>
            <a:r>
              <a:rPr lang="en-US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F</a:t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2" name="Google Shape;1802;p35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1803" name="Google Shape;1803;p35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05" name="Google Shape;1805;p35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1806" name="Google Shape;1806;p35"/>
            <p:cNvSpPr/>
            <p:nvPr/>
          </p:nvSpPr>
          <p:spPr>
            <a:xfrm>
              <a:off x="4276440" y="1073520"/>
              <a:ext cx="591120" cy="587880"/>
            </a:xfrm>
            <a:custGeom>
              <a:rect b="b" l="l" r="r" t="t"/>
              <a:pathLst>
                <a:path extrusionOk="0" h="208413" w="20955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4616640" y="1189440"/>
              <a:ext cx="156600" cy="156600"/>
            </a:xfrm>
            <a:custGeom>
              <a:rect b="b" l="l" r="r" t="t"/>
              <a:pathLst>
                <a:path extrusionOk="0" h="55572" w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475" lIns="91425" spcFirstLastPara="1" rIns="91425" wrap="square" tIns="78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4563360" y="1504800"/>
              <a:ext cx="19080" cy="29160"/>
            </a:xfrm>
            <a:custGeom>
              <a:rect b="b" l="l" r="r" t="t"/>
              <a:pathLst>
                <a:path extrusionOk="0" h="10420" w="6947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4416480" y="1182960"/>
              <a:ext cx="165960" cy="302040"/>
            </a:xfrm>
            <a:custGeom>
              <a:rect b="b" l="l" r="r" t="t"/>
              <a:pathLst>
                <a:path extrusionOk="0" h="107188" w="58949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4759200" y="1436400"/>
              <a:ext cx="68400" cy="19080"/>
            </a:xfrm>
            <a:custGeom>
              <a:rect b="b" l="l" r="r" t="t"/>
              <a:pathLst>
                <a:path extrusionOk="0" h="6948" w="24313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4743360" y="1487520"/>
              <a:ext cx="70920" cy="63720"/>
            </a:xfrm>
            <a:custGeom>
              <a:rect b="b" l="l" r="r" t="t"/>
              <a:pathLst>
                <a:path extrusionOk="0" h="22674" w="25278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2025" lIns="91425" spcFirstLastPara="1" rIns="91425" wrap="square" tIns="32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4700520" y="1514880"/>
              <a:ext cx="19080" cy="68400"/>
            </a:xfrm>
            <a:custGeom>
              <a:rect b="b" l="l" r="r" t="t"/>
              <a:pathLst>
                <a:path extrusionOk="0" h="24313" w="6947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00" lIns="91425" spcFirstLastPara="1" rIns="91425" wrap="square" tIns="34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4286520" y="1221120"/>
              <a:ext cx="82800" cy="38160"/>
            </a:xfrm>
            <a:custGeom>
              <a:rect b="b" l="l" r="r" t="t"/>
              <a:pathLst>
                <a:path extrusionOk="0" h="13701" w="29427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9075" lIns="91425" spcFirstLastPara="1" rIns="91425" wrap="square" tIns="19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4303080" y="1124640"/>
              <a:ext cx="79560" cy="64440"/>
            </a:xfrm>
            <a:custGeom>
              <a:rect b="b" l="l" r="r" t="t"/>
              <a:pathLst>
                <a:path extrusionOk="0" h="22963" w="28269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2400" lIns="91425" spcFirstLastPara="1" rIns="91425" wrap="square" tIns="3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4386960" y="1071000"/>
              <a:ext cx="38520" cy="82800"/>
            </a:xfrm>
            <a:custGeom>
              <a:rect b="b" l="l" r="r" t="t"/>
              <a:pathLst>
                <a:path extrusionOk="0" h="29523" w="13797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400" lIns="91425" spcFirstLastPara="1" rIns="91425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816" name="Google Shape;1816;p35"/>
          <p:cNvSpPr txBox="1"/>
          <p:nvPr>
            <p:ph type="title"/>
          </p:nvPr>
        </p:nvSpPr>
        <p:spPr>
          <a:xfrm>
            <a:off x="1790640" y="2476440"/>
            <a:ext cx="5552640" cy="5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Fjalla One"/>
              <a:buNone/>
            </a:pPr>
            <a:r>
              <a:rPr b="1" lang="en-US" sz="332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Our Design </a:t>
            </a:r>
            <a:r>
              <a:rPr b="1" lang="en-US" sz="332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Strategy</a:t>
            </a:r>
            <a:endParaRPr b="1" sz="3320" u="none" strike="noStrike">
              <a:solidFill>
                <a:schemeClr val="lt1"/>
              </a:solidFill>
            </a:endParaRPr>
          </a:p>
        </p:txBody>
      </p:sp>
      <p:sp>
        <p:nvSpPr>
          <p:cNvPr id="1817" name="Google Shape;1817;p35"/>
          <p:cNvSpPr txBox="1"/>
          <p:nvPr>
            <p:ph type="title"/>
          </p:nvPr>
        </p:nvSpPr>
        <p:spPr>
          <a:xfrm>
            <a:off x="951350" y="3249200"/>
            <a:ext cx="7181400" cy="15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</a:pPr>
            <a:r>
              <a:rPr lang="en-US" sz="24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We wrote our code in C++</a:t>
            </a:r>
            <a:endParaRPr sz="24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</a:pPr>
            <a:r>
              <a:rPr lang="en-US" sz="24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We decided to imitate the hardware directly</a:t>
            </a:r>
            <a:endParaRPr sz="24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2" name="Google Shape;182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762500" cy="46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3" name="Google Shape;1823;p36"/>
          <p:cNvSpPr txBox="1"/>
          <p:nvPr>
            <p:ph type="title"/>
          </p:nvPr>
        </p:nvSpPr>
        <p:spPr>
          <a:xfrm>
            <a:off x="5130800" y="1348500"/>
            <a:ext cx="3555900" cy="3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</a:pPr>
            <a:r>
              <a:rPr lang="en-US" sz="24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Each component in the datapath became a distinct module.</a:t>
            </a:r>
            <a:endParaRPr sz="24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</a:pPr>
            <a:r>
              <a:t/>
            </a:r>
            <a:endParaRPr sz="24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</a:pPr>
            <a:r>
              <a:rPr lang="en-US" sz="24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For example, we have a separate classes for the control unit, MUX, ALU, Register File and so on.</a:t>
            </a:r>
            <a:endParaRPr sz="24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37"/>
          <p:cNvSpPr txBox="1"/>
          <p:nvPr>
            <p:ph type="title"/>
          </p:nvPr>
        </p:nvSpPr>
        <p:spPr>
          <a:xfrm>
            <a:off x="1795640" y="218740"/>
            <a:ext cx="55527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</a:pPr>
            <a:r>
              <a:rPr b="1" lang="en-US" sz="3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Instruction Memory</a:t>
            </a:r>
            <a:endParaRPr b="1" sz="3300" u="none" strike="noStrike">
              <a:solidFill>
                <a:schemeClr val="lt1"/>
              </a:solidFill>
            </a:endParaRPr>
          </a:p>
        </p:txBody>
      </p:sp>
      <p:pic>
        <p:nvPicPr>
          <p:cNvPr id="1829" name="Google Shape;182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463" y="893515"/>
            <a:ext cx="5559068" cy="404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38"/>
          <p:cNvSpPr txBox="1"/>
          <p:nvPr>
            <p:ph type="title"/>
          </p:nvPr>
        </p:nvSpPr>
        <p:spPr>
          <a:xfrm>
            <a:off x="4034513" y="1348925"/>
            <a:ext cx="5098200" cy="15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</a:pPr>
            <a:r>
              <a:rPr lang="en-US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Reads opcode (bits 31-26) and outputs control signals.</a:t>
            </a:r>
            <a:endParaRPr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</a:pPr>
            <a:r>
              <a:rPr lang="en-US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Each signal then tells a specific component what to do.</a:t>
            </a:r>
            <a:endParaRPr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835" name="Google Shape;1835;p38"/>
          <p:cNvSpPr txBox="1"/>
          <p:nvPr>
            <p:ph type="title"/>
          </p:nvPr>
        </p:nvSpPr>
        <p:spPr>
          <a:xfrm>
            <a:off x="4995049" y="572275"/>
            <a:ext cx="28782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Fjalla One"/>
              <a:buNone/>
            </a:pPr>
            <a:r>
              <a:rPr b="1" lang="en-US" sz="332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Control Unit</a:t>
            </a:r>
            <a:endParaRPr b="1" sz="3320" u="none" strike="noStrike">
              <a:solidFill>
                <a:schemeClr val="lt1"/>
              </a:solidFill>
            </a:endParaRPr>
          </a:p>
        </p:txBody>
      </p:sp>
      <p:pic>
        <p:nvPicPr>
          <p:cNvPr id="1836" name="Google Shape;1836;p38"/>
          <p:cNvPicPr preferRelativeResize="0"/>
          <p:nvPr/>
        </p:nvPicPr>
        <p:blipFill rotWithShape="1">
          <a:blip r:embed="rId3">
            <a:alphaModFix/>
          </a:blip>
          <a:srcRect b="-1910" l="-6230" r="6230" t="1910"/>
          <a:stretch/>
        </p:blipFill>
        <p:spPr>
          <a:xfrm>
            <a:off x="0" y="156625"/>
            <a:ext cx="3703925" cy="483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7" name="Google Shape;183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3750" y="2493875"/>
            <a:ext cx="4839725" cy="233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39"/>
          <p:cNvSpPr txBox="1"/>
          <p:nvPr>
            <p:ph type="title"/>
          </p:nvPr>
        </p:nvSpPr>
        <p:spPr>
          <a:xfrm>
            <a:off x="2528400" y="123725"/>
            <a:ext cx="4087200" cy="5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Register File</a:t>
            </a:r>
            <a:endParaRPr b="1" sz="33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843" name="Google Shape;1843;p39"/>
          <p:cNvSpPr txBox="1"/>
          <p:nvPr>
            <p:ph idx="1" type="body"/>
          </p:nvPr>
        </p:nvSpPr>
        <p:spPr>
          <a:xfrm>
            <a:off x="1184250" y="331525"/>
            <a:ext cx="6620700" cy="194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jalla One"/>
              <a:buChar char="-"/>
            </a:pPr>
            <a:r>
              <a:rPr lang="en-US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 Makes 32 registers all </a:t>
            </a:r>
            <a:r>
              <a:rPr lang="en-US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initialized</a:t>
            </a:r>
            <a:r>
              <a:rPr lang="en-US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 to 0.</a:t>
            </a:r>
            <a:endParaRPr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jalla One"/>
              <a:buChar char="-"/>
            </a:pPr>
            <a:r>
              <a:rPr lang="en-US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 Reads twice per cycle </a:t>
            </a:r>
            <a:r>
              <a:rPr lang="en-US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asynchronously.</a:t>
            </a:r>
            <a:endParaRPr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jalla One"/>
              <a:buChar char="-"/>
            </a:pPr>
            <a:r>
              <a:rPr lang="en-US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 Writes at the end of cycle sequentially</a:t>
            </a:r>
            <a:endParaRPr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pic>
        <p:nvPicPr>
          <p:cNvPr id="1844" name="Google Shape;18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250" y="2014725"/>
            <a:ext cx="7028925" cy="293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40"/>
          <p:cNvSpPr txBox="1"/>
          <p:nvPr>
            <p:ph type="title"/>
          </p:nvPr>
        </p:nvSpPr>
        <p:spPr>
          <a:xfrm>
            <a:off x="2528410" y="90950"/>
            <a:ext cx="4087200" cy="5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ALU &amp; ALU CONTROL</a:t>
            </a:r>
            <a:endParaRPr b="1" sz="33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850" name="Google Shape;1850;p40"/>
          <p:cNvSpPr txBox="1"/>
          <p:nvPr>
            <p:ph idx="1" type="body"/>
          </p:nvPr>
        </p:nvSpPr>
        <p:spPr>
          <a:xfrm>
            <a:off x="1378613" y="768813"/>
            <a:ext cx="6734400" cy="155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jalla One"/>
              <a:buChar char="-"/>
            </a:pPr>
            <a:r>
              <a:rPr lang="en-US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ALU control takes the opcode and the instruction details to output a 4-bit command to the ALU</a:t>
            </a:r>
            <a:endParaRPr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jalla One"/>
              <a:buChar char="-"/>
            </a:pPr>
            <a:r>
              <a:rPr lang="en-US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The ALU chooses an operation depending on the 4-bit command and performs it with it’s 32-bit inputs, outputting a 32-bit.</a:t>
            </a:r>
            <a:endParaRPr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pic>
        <p:nvPicPr>
          <p:cNvPr id="1851" name="Google Shape;18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8675" y="2423175"/>
            <a:ext cx="6734276" cy="255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41"/>
          <p:cNvSpPr txBox="1"/>
          <p:nvPr>
            <p:ph type="title"/>
          </p:nvPr>
        </p:nvSpPr>
        <p:spPr>
          <a:xfrm>
            <a:off x="141400" y="3989725"/>
            <a:ext cx="47769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Fjalla One"/>
              <a:buNone/>
            </a:pPr>
            <a:r>
              <a:rPr b="1" lang="en-US" sz="332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Data Memory</a:t>
            </a:r>
            <a:endParaRPr b="1" sz="3320" u="none" strike="noStrike">
              <a:solidFill>
                <a:schemeClr val="lt1"/>
              </a:solidFill>
            </a:endParaRPr>
          </a:p>
        </p:txBody>
      </p:sp>
      <p:pic>
        <p:nvPicPr>
          <p:cNvPr id="1857" name="Google Shape;18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000" y="152400"/>
            <a:ext cx="3854301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8" name="Google Shape;1858;p41"/>
          <p:cNvSpPr txBox="1"/>
          <p:nvPr>
            <p:ph type="title"/>
          </p:nvPr>
        </p:nvSpPr>
        <p:spPr>
          <a:xfrm>
            <a:off x="307600" y="363175"/>
            <a:ext cx="4444500" cy="3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6004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Fjalla One"/>
              <a:buChar char="●"/>
            </a:pPr>
            <a:r>
              <a:rPr lang="en-US" sz="2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As we know, this is where values are stored during program execution.</a:t>
            </a:r>
            <a:endParaRPr sz="23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-36004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Fjalla One"/>
              <a:buChar char="●"/>
            </a:pPr>
            <a:r>
              <a:rPr lang="en-US" sz="2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Only LW and SW ever touch it. so memRead and memWrite control signal gate all access.</a:t>
            </a:r>
            <a:endParaRPr sz="23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-36004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Fjalla One"/>
              <a:buChar char="●"/>
            </a:pPr>
            <a:r>
              <a:rPr lang="en-US" sz="2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An unordered_map was used because it only stores addresses that are actually written.</a:t>
            </a:r>
            <a:endParaRPr sz="23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42"/>
          <p:cNvSpPr txBox="1"/>
          <p:nvPr>
            <p:ph type="title"/>
          </p:nvPr>
        </p:nvSpPr>
        <p:spPr>
          <a:xfrm>
            <a:off x="2532960" y="338400"/>
            <a:ext cx="4087200" cy="5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2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Instruction Cycle</a:t>
            </a:r>
            <a:endParaRPr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864" name="Google Shape;1864;p42"/>
          <p:cNvSpPr txBox="1"/>
          <p:nvPr>
            <p:ph idx="1" type="body"/>
          </p:nvPr>
        </p:nvSpPr>
        <p:spPr>
          <a:xfrm>
            <a:off x="723950" y="3503800"/>
            <a:ext cx="7705200" cy="14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All 5 stages of the pipeline are inside a while loop in the main function that runs as long as there are still instructions that remain.</a:t>
            </a:r>
            <a:endParaRPr/>
          </a:p>
        </p:txBody>
      </p:sp>
      <p:pic>
        <p:nvPicPr>
          <p:cNvPr id="1865" name="Google Shape;1865;p42" title="Screenshot 2026-04-23 0954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900" y="1189150"/>
            <a:ext cx="4247288" cy="434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6" name="Google Shape;1866;p42" title="Screenshot 2026-04-23 0954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4825" y="1898372"/>
            <a:ext cx="3303446" cy="1321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43"/>
          <p:cNvSpPr txBox="1"/>
          <p:nvPr>
            <p:ph type="title"/>
          </p:nvPr>
        </p:nvSpPr>
        <p:spPr>
          <a:xfrm>
            <a:off x="5419525" y="1476700"/>
            <a:ext cx="3471900" cy="19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</a:pPr>
            <a:r>
              <a:rPr lang="en-US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We used structs to represent the state registers. Each state register has a ‘current’ version (where data is read from) and a ‘next’ version (where data is written to).</a:t>
            </a:r>
            <a:endParaRPr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872" name="Google Shape;1872;p43"/>
          <p:cNvSpPr txBox="1"/>
          <p:nvPr>
            <p:ph type="title"/>
          </p:nvPr>
        </p:nvSpPr>
        <p:spPr>
          <a:xfrm>
            <a:off x="5716374" y="568450"/>
            <a:ext cx="28782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20"/>
              <a:buFont typeface="Fjalla One"/>
              <a:buNone/>
            </a:pPr>
            <a:r>
              <a:rPr b="1" lang="en-US" sz="332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Pipeline</a:t>
            </a:r>
            <a:endParaRPr b="1" sz="3320" u="none" strike="noStrike">
              <a:solidFill>
                <a:schemeClr val="lt1"/>
              </a:solidFill>
            </a:endParaRPr>
          </a:p>
        </p:txBody>
      </p:sp>
      <p:pic>
        <p:nvPicPr>
          <p:cNvPr id="1873" name="Google Shape;187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25" y="3350500"/>
            <a:ext cx="20193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4" name="Google Shape;187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0525" y="122850"/>
            <a:ext cx="2782322" cy="194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5" name="Google Shape;1875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6688" y="3426700"/>
            <a:ext cx="4067175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6" name="Google Shape;1876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575" y="122838"/>
            <a:ext cx="2257425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44"/>
          <p:cNvSpPr txBox="1"/>
          <p:nvPr>
            <p:ph type="title"/>
          </p:nvPr>
        </p:nvSpPr>
        <p:spPr>
          <a:xfrm>
            <a:off x="1151700" y="327425"/>
            <a:ext cx="68406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</a:pPr>
            <a:r>
              <a:rPr b="1" lang="en-US" sz="3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Assembler: 2-Pass Instruction Read</a:t>
            </a:r>
            <a:endParaRPr b="1" sz="3300" u="none" strike="noStrike">
              <a:solidFill>
                <a:schemeClr val="lt1"/>
              </a:solidFill>
            </a:endParaRPr>
          </a:p>
        </p:txBody>
      </p:sp>
      <p:pic>
        <p:nvPicPr>
          <p:cNvPr id="1882" name="Google Shape;188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5115"/>
            <a:ext cx="8839198" cy="1021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3" name="Google Shape;188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5875" y="2269388"/>
            <a:ext cx="6592249" cy="2721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45"/>
          <p:cNvSpPr txBox="1"/>
          <p:nvPr>
            <p:ph type="title"/>
          </p:nvPr>
        </p:nvSpPr>
        <p:spPr>
          <a:xfrm>
            <a:off x="1290452" y="247626"/>
            <a:ext cx="65631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</a:pPr>
            <a:r>
              <a:rPr b="1" lang="en-US" sz="3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Assembler: Encoding Example - BEQ</a:t>
            </a:r>
            <a:endParaRPr b="1" sz="3300" u="none" strike="noStrike">
              <a:solidFill>
                <a:schemeClr val="lt1"/>
              </a:solidFill>
            </a:endParaRPr>
          </a:p>
        </p:txBody>
      </p:sp>
      <p:pic>
        <p:nvPicPr>
          <p:cNvPr id="1889" name="Google Shape;188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475" y="854226"/>
            <a:ext cx="7847040" cy="398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46"/>
          <p:cNvSpPr txBox="1"/>
          <p:nvPr>
            <p:ph type="title"/>
          </p:nvPr>
        </p:nvSpPr>
        <p:spPr>
          <a:xfrm>
            <a:off x="1290452" y="247626"/>
            <a:ext cx="65631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</a:pPr>
            <a:r>
              <a:rPr b="1" lang="en-US" sz="3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Planned Revisions</a:t>
            </a:r>
            <a:endParaRPr b="1" sz="3300" u="none" strike="noStrike">
              <a:solidFill>
                <a:schemeClr val="lt1"/>
              </a:solidFill>
            </a:endParaRPr>
          </a:p>
        </p:txBody>
      </p:sp>
      <p:sp>
        <p:nvSpPr>
          <p:cNvPr id="1895" name="Google Shape;1895;p46"/>
          <p:cNvSpPr txBox="1"/>
          <p:nvPr>
            <p:ph type="title"/>
          </p:nvPr>
        </p:nvSpPr>
        <p:spPr>
          <a:xfrm>
            <a:off x="2174850" y="1698625"/>
            <a:ext cx="4794300" cy="3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jalla One"/>
              <a:buAutoNum type="arabicPeriod"/>
            </a:pPr>
            <a:r>
              <a:rPr lang="en-US" sz="2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Create Data Memory Output</a:t>
            </a:r>
            <a:endParaRPr sz="23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-3492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jalla One"/>
              <a:buAutoNum type="arabicPeriod"/>
            </a:pPr>
            <a:r>
              <a:rPr lang="en-US" sz="2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Organize our debugging mode</a:t>
            </a:r>
            <a:endParaRPr sz="23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-3492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jalla One"/>
              <a:buAutoNum type="arabicPeriod"/>
            </a:pPr>
            <a:r>
              <a:rPr lang="en-US" sz="23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Organize our Directory</a:t>
            </a:r>
            <a:endParaRPr sz="23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pic>
        <p:nvPicPr>
          <p:cNvPr descr="a yellow smiley face is giving a thumbs up sign (Provided by Tenor)" id="1896" name="Google Shape;189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06626"/>
            <a:ext cx="1870050" cy="187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1" name="Google Shape;1901;p47"/>
          <p:cNvGrpSpPr/>
          <p:nvPr/>
        </p:nvGrpSpPr>
        <p:grpSpPr>
          <a:xfrm>
            <a:off x="150840" y="1506600"/>
            <a:ext cx="4420351" cy="3636469"/>
            <a:chOff x="150840" y="1506600"/>
            <a:chExt cx="4420351" cy="3636469"/>
          </a:xfrm>
        </p:grpSpPr>
        <p:sp>
          <p:nvSpPr>
            <p:cNvPr id="1902" name="Google Shape;1902;p47"/>
            <p:cNvSpPr/>
            <p:nvPr/>
          </p:nvSpPr>
          <p:spPr>
            <a:xfrm>
              <a:off x="389880" y="1506600"/>
              <a:ext cx="3972008" cy="3552409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3" name="Google Shape;1903;p47"/>
            <p:cNvSpPr/>
            <p:nvPr/>
          </p:nvSpPr>
          <p:spPr>
            <a:xfrm>
              <a:off x="507600" y="1506600"/>
              <a:ext cx="3815128" cy="3547716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4" name="Google Shape;1904;p47"/>
            <p:cNvSpPr/>
            <p:nvPr/>
          </p:nvSpPr>
          <p:spPr>
            <a:xfrm>
              <a:off x="3913920" y="3573720"/>
              <a:ext cx="587561" cy="1562479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5" name="Google Shape;1905;p47"/>
            <p:cNvSpPr/>
            <p:nvPr/>
          </p:nvSpPr>
          <p:spPr>
            <a:xfrm>
              <a:off x="1820880" y="3048120"/>
              <a:ext cx="1759445" cy="2094377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6" name="Google Shape;1906;p47"/>
            <p:cNvSpPr/>
            <p:nvPr/>
          </p:nvSpPr>
          <p:spPr>
            <a:xfrm>
              <a:off x="1820880" y="3225240"/>
              <a:ext cx="1611301" cy="1917829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7" name="Google Shape;1907;p47"/>
            <p:cNvSpPr/>
            <p:nvPr/>
          </p:nvSpPr>
          <p:spPr>
            <a:xfrm>
              <a:off x="3426480" y="3054600"/>
              <a:ext cx="148328" cy="2081954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8" name="Google Shape;1908;p47"/>
            <p:cNvSpPr/>
            <p:nvPr/>
          </p:nvSpPr>
          <p:spPr>
            <a:xfrm>
              <a:off x="3502440" y="4753440"/>
              <a:ext cx="72358" cy="38305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9" name="Google Shape;1909;p47"/>
            <p:cNvSpPr/>
            <p:nvPr/>
          </p:nvSpPr>
          <p:spPr>
            <a:xfrm>
              <a:off x="3497040" y="4747680"/>
              <a:ext cx="83166" cy="395299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0" name="Google Shape;1910;p47"/>
            <p:cNvSpPr/>
            <p:nvPr/>
          </p:nvSpPr>
          <p:spPr>
            <a:xfrm>
              <a:off x="3575160" y="4487400"/>
              <a:ext cx="313555" cy="649054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1" name="Google Shape;1911;p47"/>
            <p:cNvSpPr/>
            <p:nvPr/>
          </p:nvSpPr>
          <p:spPr>
            <a:xfrm>
              <a:off x="3569040" y="4481640"/>
              <a:ext cx="325094" cy="661318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2" name="Google Shape;1912;p47"/>
            <p:cNvSpPr/>
            <p:nvPr/>
          </p:nvSpPr>
          <p:spPr>
            <a:xfrm>
              <a:off x="1045080" y="4753440"/>
              <a:ext cx="72358" cy="38305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3" name="Google Shape;1913;p47"/>
            <p:cNvSpPr/>
            <p:nvPr/>
          </p:nvSpPr>
          <p:spPr>
            <a:xfrm>
              <a:off x="1039680" y="4747680"/>
              <a:ext cx="83162" cy="395299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4" name="Google Shape;1914;p47"/>
            <p:cNvSpPr/>
            <p:nvPr/>
          </p:nvSpPr>
          <p:spPr>
            <a:xfrm>
              <a:off x="1117800" y="4487400"/>
              <a:ext cx="313539" cy="649054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5" name="Google Shape;1915;p47"/>
            <p:cNvSpPr/>
            <p:nvPr/>
          </p:nvSpPr>
          <p:spPr>
            <a:xfrm>
              <a:off x="1111680" y="4481640"/>
              <a:ext cx="325094" cy="661318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6" name="Google Shape;1916;p47"/>
            <p:cNvSpPr/>
            <p:nvPr/>
          </p:nvSpPr>
          <p:spPr>
            <a:xfrm>
              <a:off x="765720" y="4426560"/>
              <a:ext cx="3353887" cy="394586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7" name="Google Shape;1917;p47"/>
            <p:cNvSpPr/>
            <p:nvPr/>
          </p:nvSpPr>
          <p:spPr>
            <a:xfrm>
              <a:off x="760320" y="4420440"/>
              <a:ext cx="3364674" cy="406076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8" name="Google Shape;1918;p47"/>
            <p:cNvSpPr/>
            <p:nvPr/>
          </p:nvSpPr>
          <p:spPr>
            <a:xfrm>
              <a:off x="766800" y="4426560"/>
              <a:ext cx="3352546" cy="369026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9" name="Google Shape;1919;p47"/>
            <p:cNvSpPr/>
            <p:nvPr/>
          </p:nvSpPr>
          <p:spPr>
            <a:xfrm>
              <a:off x="761040" y="4420080"/>
              <a:ext cx="3365166" cy="381576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0" name="Google Shape;1920;p47"/>
            <p:cNvSpPr/>
            <p:nvPr/>
          </p:nvSpPr>
          <p:spPr>
            <a:xfrm>
              <a:off x="3186720" y="4584960"/>
              <a:ext cx="500077" cy="148329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150" lIns="91425" spcFirstLastPara="1" rIns="91425" wrap="square" tIns="74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1" name="Google Shape;1921;p47"/>
            <p:cNvSpPr/>
            <p:nvPr/>
          </p:nvSpPr>
          <p:spPr>
            <a:xfrm>
              <a:off x="3180600" y="4579200"/>
              <a:ext cx="512260" cy="160204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0275" lIns="91425" spcFirstLastPara="1" rIns="91425" wrap="square" tIns="80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2" name="Google Shape;1922;p47"/>
            <p:cNvSpPr/>
            <p:nvPr/>
          </p:nvSpPr>
          <p:spPr>
            <a:xfrm>
              <a:off x="3661920" y="4426560"/>
              <a:ext cx="457537" cy="394586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3" name="Google Shape;1923;p47"/>
            <p:cNvSpPr/>
            <p:nvPr/>
          </p:nvSpPr>
          <p:spPr>
            <a:xfrm>
              <a:off x="3656520" y="4420440"/>
              <a:ext cx="468387" cy="406419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4" name="Google Shape;1924;p47"/>
            <p:cNvSpPr/>
            <p:nvPr/>
          </p:nvSpPr>
          <p:spPr>
            <a:xfrm>
              <a:off x="3274920" y="4437000"/>
              <a:ext cx="605166" cy="196927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5" name="Google Shape;1925;p47"/>
            <p:cNvSpPr/>
            <p:nvPr/>
          </p:nvSpPr>
          <p:spPr>
            <a:xfrm>
              <a:off x="3342960" y="4593240"/>
              <a:ext cx="173513" cy="122405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1200" lIns="91425" spcFirstLastPara="1" rIns="91425" wrap="square" tIns="61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6" name="Google Shape;1926;p47"/>
            <p:cNvSpPr/>
            <p:nvPr/>
          </p:nvSpPr>
          <p:spPr>
            <a:xfrm>
              <a:off x="3442680" y="4614480"/>
              <a:ext cx="47519" cy="82796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1400" lIns="91425" spcFirstLastPara="1" rIns="91425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7" name="Google Shape;1927;p47"/>
            <p:cNvSpPr/>
            <p:nvPr/>
          </p:nvSpPr>
          <p:spPr>
            <a:xfrm>
              <a:off x="2013480" y="4534560"/>
              <a:ext cx="1338388" cy="219599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8" name="Google Shape;1928;p47"/>
            <p:cNvSpPr/>
            <p:nvPr/>
          </p:nvSpPr>
          <p:spPr>
            <a:xfrm>
              <a:off x="2007360" y="4529160"/>
              <a:ext cx="1350734" cy="231111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9" name="Google Shape;1929;p47"/>
            <p:cNvSpPr/>
            <p:nvPr/>
          </p:nvSpPr>
          <p:spPr>
            <a:xfrm>
              <a:off x="3084840" y="4528800"/>
              <a:ext cx="273224" cy="245143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0" name="Google Shape;1930;p47"/>
            <p:cNvSpPr/>
            <p:nvPr/>
          </p:nvSpPr>
          <p:spPr>
            <a:xfrm>
              <a:off x="2013480" y="4754880"/>
              <a:ext cx="1076340" cy="12960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475" lIns="91425" spcFirstLastPara="1" rIns="91425" wrap="square" tIns="6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1" name="Google Shape;1931;p47"/>
            <p:cNvSpPr/>
            <p:nvPr/>
          </p:nvSpPr>
          <p:spPr>
            <a:xfrm>
              <a:off x="2007360" y="4748400"/>
              <a:ext cx="1088645" cy="25920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950" lIns="91425" spcFirstLastPara="1" rIns="91425" wrap="square" tIns="12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2" name="Google Shape;1932;p47"/>
            <p:cNvSpPr/>
            <p:nvPr/>
          </p:nvSpPr>
          <p:spPr>
            <a:xfrm>
              <a:off x="2323800" y="465372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3" name="Google Shape;1933;p47"/>
            <p:cNvSpPr/>
            <p:nvPr/>
          </p:nvSpPr>
          <p:spPr>
            <a:xfrm>
              <a:off x="2395440" y="465372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4" name="Google Shape;1934;p47"/>
            <p:cNvSpPr/>
            <p:nvPr/>
          </p:nvSpPr>
          <p:spPr>
            <a:xfrm>
              <a:off x="2252520" y="465372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5" name="Google Shape;1935;p47"/>
            <p:cNvSpPr/>
            <p:nvPr/>
          </p:nvSpPr>
          <p:spPr>
            <a:xfrm>
              <a:off x="2287440" y="462456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6" name="Google Shape;1936;p47"/>
            <p:cNvSpPr/>
            <p:nvPr/>
          </p:nvSpPr>
          <p:spPr>
            <a:xfrm>
              <a:off x="2393280" y="459468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7" name="Google Shape;1937;p47"/>
            <p:cNvSpPr/>
            <p:nvPr/>
          </p:nvSpPr>
          <p:spPr>
            <a:xfrm>
              <a:off x="2322000" y="459468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8" name="Google Shape;1938;p47"/>
            <p:cNvSpPr/>
            <p:nvPr/>
          </p:nvSpPr>
          <p:spPr>
            <a:xfrm>
              <a:off x="2466000" y="465372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9" name="Google Shape;1939;p47"/>
            <p:cNvSpPr/>
            <p:nvPr/>
          </p:nvSpPr>
          <p:spPr>
            <a:xfrm>
              <a:off x="2821680" y="465372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0" name="Google Shape;1940;p47"/>
            <p:cNvSpPr/>
            <p:nvPr/>
          </p:nvSpPr>
          <p:spPr>
            <a:xfrm>
              <a:off x="2464200" y="459468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1" name="Google Shape;1941;p47"/>
            <p:cNvSpPr/>
            <p:nvPr/>
          </p:nvSpPr>
          <p:spPr>
            <a:xfrm>
              <a:off x="2537280" y="465372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2" name="Google Shape;1942;p47"/>
            <p:cNvSpPr/>
            <p:nvPr/>
          </p:nvSpPr>
          <p:spPr>
            <a:xfrm>
              <a:off x="2963880" y="465372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3" name="Google Shape;1943;p47"/>
            <p:cNvSpPr/>
            <p:nvPr/>
          </p:nvSpPr>
          <p:spPr>
            <a:xfrm>
              <a:off x="2998800" y="462456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4" name="Google Shape;1944;p47"/>
            <p:cNvSpPr/>
            <p:nvPr/>
          </p:nvSpPr>
          <p:spPr>
            <a:xfrm>
              <a:off x="2892960" y="465372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5" name="Google Shape;1945;p47"/>
            <p:cNvSpPr/>
            <p:nvPr/>
          </p:nvSpPr>
          <p:spPr>
            <a:xfrm>
              <a:off x="2750760" y="465372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6" name="Google Shape;1946;p47"/>
            <p:cNvSpPr/>
            <p:nvPr/>
          </p:nvSpPr>
          <p:spPr>
            <a:xfrm>
              <a:off x="2608200" y="465372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7" name="Google Shape;1947;p47"/>
            <p:cNvSpPr/>
            <p:nvPr/>
          </p:nvSpPr>
          <p:spPr>
            <a:xfrm>
              <a:off x="2679480" y="465372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8" name="Google Shape;1948;p47"/>
            <p:cNvSpPr/>
            <p:nvPr/>
          </p:nvSpPr>
          <p:spPr>
            <a:xfrm>
              <a:off x="2748960" y="459468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9" name="Google Shape;1949;p47"/>
            <p:cNvSpPr/>
            <p:nvPr/>
          </p:nvSpPr>
          <p:spPr>
            <a:xfrm>
              <a:off x="2856600" y="462456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0" name="Google Shape;1950;p47"/>
            <p:cNvSpPr/>
            <p:nvPr/>
          </p:nvSpPr>
          <p:spPr>
            <a:xfrm>
              <a:off x="2714040" y="462456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1" name="Google Shape;1951;p47"/>
            <p:cNvSpPr/>
            <p:nvPr/>
          </p:nvSpPr>
          <p:spPr>
            <a:xfrm>
              <a:off x="2571840" y="462456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2" name="Google Shape;1952;p47"/>
            <p:cNvSpPr/>
            <p:nvPr/>
          </p:nvSpPr>
          <p:spPr>
            <a:xfrm>
              <a:off x="2785320" y="462456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3" name="Google Shape;1953;p47"/>
            <p:cNvSpPr/>
            <p:nvPr/>
          </p:nvSpPr>
          <p:spPr>
            <a:xfrm>
              <a:off x="2535480" y="459468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4" name="Google Shape;1954;p47"/>
            <p:cNvSpPr/>
            <p:nvPr/>
          </p:nvSpPr>
          <p:spPr>
            <a:xfrm>
              <a:off x="2358360" y="4624560"/>
              <a:ext cx="117353" cy="4068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5" name="Google Shape;1955;p47"/>
            <p:cNvSpPr/>
            <p:nvPr/>
          </p:nvSpPr>
          <p:spPr>
            <a:xfrm>
              <a:off x="2500920" y="462456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6" name="Google Shape;1956;p47"/>
            <p:cNvSpPr/>
            <p:nvPr/>
          </p:nvSpPr>
          <p:spPr>
            <a:xfrm>
              <a:off x="2429640" y="462456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7" name="Google Shape;1957;p47"/>
            <p:cNvSpPr/>
            <p:nvPr/>
          </p:nvSpPr>
          <p:spPr>
            <a:xfrm>
              <a:off x="2643120" y="462456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8" name="Google Shape;1958;p47"/>
            <p:cNvSpPr/>
            <p:nvPr/>
          </p:nvSpPr>
          <p:spPr>
            <a:xfrm>
              <a:off x="2677680" y="459468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9" name="Google Shape;1959;p47"/>
            <p:cNvSpPr/>
            <p:nvPr/>
          </p:nvSpPr>
          <p:spPr>
            <a:xfrm>
              <a:off x="3033000" y="459468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0" name="Google Shape;1960;p47"/>
            <p:cNvSpPr/>
            <p:nvPr/>
          </p:nvSpPr>
          <p:spPr>
            <a:xfrm>
              <a:off x="2606760" y="459468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1" name="Google Shape;1961;p47"/>
            <p:cNvSpPr/>
            <p:nvPr/>
          </p:nvSpPr>
          <p:spPr>
            <a:xfrm>
              <a:off x="2890800" y="459468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2" name="Google Shape;1962;p47"/>
            <p:cNvSpPr/>
            <p:nvPr/>
          </p:nvSpPr>
          <p:spPr>
            <a:xfrm>
              <a:off x="2962440" y="459468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3" name="Google Shape;1963;p47"/>
            <p:cNvSpPr/>
            <p:nvPr/>
          </p:nvSpPr>
          <p:spPr>
            <a:xfrm>
              <a:off x="2927520" y="462456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4" name="Google Shape;1964;p47"/>
            <p:cNvSpPr/>
            <p:nvPr/>
          </p:nvSpPr>
          <p:spPr>
            <a:xfrm>
              <a:off x="2819520" y="459468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5" name="Google Shape;1965;p47"/>
            <p:cNvSpPr/>
            <p:nvPr/>
          </p:nvSpPr>
          <p:spPr>
            <a:xfrm>
              <a:off x="2645280" y="4683240"/>
              <a:ext cx="117351" cy="40680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6" name="Google Shape;1966;p47"/>
            <p:cNvSpPr/>
            <p:nvPr/>
          </p:nvSpPr>
          <p:spPr>
            <a:xfrm>
              <a:off x="2715840" y="4683240"/>
              <a:ext cx="117351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7" name="Google Shape;1967;p47"/>
            <p:cNvSpPr/>
            <p:nvPr/>
          </p:nvSpPr>
          <p:spPr>
            <a:xfrm>
              <a:off x="2573640" y="4683240"/>
              <a:ext cx="117351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8" name="Google Shape;1968;p47"/>
            <p:cNvSpPr/>
            <p:nvPr/>
          </p:nvSpPr>
          <p:spPr>
            <a:xfrm>
              <a:off x="2787120" y="4683240"/>
              <a:ext cx="117351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9" name="Google Shape;1969;p47"/>
            <p:cNvSpPr/>
            <p:nvPr/>
          </p:nvSpPr>
          <p:spPr>
            <a:xfrm>
              <a:off x="2502360" y="4683240"/>
              <a:ext cx="117351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0" name="Google Shape;1970;p47"/>
            <p:cNvSpPr/>
            <p:nvPr/>
          </p:nvSpPr>
          <p:spPr>
            <a:xfrm>
              <a:off x="2431800" y="4683240"/>
              <a:ext cx="117353" cy="40680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1" name="Google Shape;1971;p47"/>
            <p:cNvSpPr/>
            <p:nvPr/>
          </p:nvSpPr>
          <p:spPr>
            <a:xfrm>
              <a:off x="2858040" y="4683240"/>
              <a:ext cx="117351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2" name="Google Shape;1972;p47"/>
            <p:cNvSpPr/>
            <p:nvPr/>
          </p:nvSpPr>
          <p:spPr>
            <a:xfrm>
              <a:off x="2288880" y="4683240"/>
              <a:ext cx="118082" cy="40680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3" name="Google Shape;1973;p47"/>
            <p:cNvSpPr/>
            <p:nvPr/>
          </p:nvSpPr>
          <p:spPr>
            <a:xfrm>
              <a:off x="2360160" y="4683240"/>
              <a:ext cx="117351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4" name="Google Shape;1974;p47"/>
            <p:cNvSpPr/>
            <p:nvPr/>
          </p:nvSpPr>
          <p:spPr>
            <a:xfrm>
              <a:off x="3069360" y="4624560"/>
              <a:ext cx="118082" cy="4068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5" name="Google Shape;1975;p47"/>
            <p:cNvSpPr/>
            <p:nvPr/>
          </p:nvSpPr>
          <p:spPr>
            <a:xfrm>
              <a:off x="3138840" y="456588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6" name="Google Shape;1976;p47"/>
            <p:cNvSpPr/>
            <p:nvPr/>
          </p:nvSpPr>
          <p:spPr>
            <a:xfrm>
              <a:off x="3104280" y="459468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7" name="Google Shape;1977;p47"/>
            <p:cNvSpPr/>
            <p:nvPr/>
          </p:nvSpPr>
          <p:spPr>
            <a:xfrm>
              <a:off x="2218320" y="4683240"/>
              <a:ext cx="117351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8" name="Google Shape;1978;p47"/>
            <p:cNvSpPr/>
            <p:nvPr/>
          </p:nvSpPr>
          <p:spPr>
            <a:xfrm>
              <a:off x="2929320" y="4683240"/>
              <a:ext cx="117351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9" name="Google Shape;1979;p47"/>
            <p:cNvSpPr/>
            <p:nvPr/>
          </p:nvSpPr>
          <p:spPr>
            <a:xfrm>
              <a:off x="3000600" y="4683240"/>
              <a:ext cx="117351" cy="40680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0" name="Google Shape;1980;p47"/>
            <p:cNvSpPr/>
            <p:nvPr/>
          </p:nvSpPr>
          <p:spPr>
            <a:xfrm>
              <a:off x="3035160" y="465372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1" name="Google Shape;1981;p47"/>
            <p:cNvSpPr/>
            <p:nvPr/>
          </p:nvSpPr>
          <p:spPr>
            <a:xfrm>
              <a:off x="2216160" y="462456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2" name="Google Shape;1982;p47"/>
            <p:cNvSpPr/>
            <p:nvPr/>
          </p:nvSpPr>
          <p:spPr>
            <a:xfrm>
              <a:off x="2712600" y="456588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3" name="Google Shape;1983;p47"/>
            <p:cNvSpPr/>
            <p:nvPr/>
          </p:nvSpPr>
          <p:spPr>
            <a:xfrm>
              <a:off x="2783160" y="456588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4" name="Google Shape;1984;p47"/>
            <p:cNvSpPr/>
            <p:nvPr/>
          </p:nvSpPr>
          <p:spPr>
            <a:xfrm>
              <a:off x="2640960" y="456588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5" name="Google Shape;1985;p47"/>
            <p:cNvSpPr/>
            <p:nvPr/>
          </p:nvSpPr>
          <p:spPr>
            <a:xfrm>
              <a:off x="2854440" y="456588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6" name="Google Shape;1986;p47"/>
            <p:cNvSpPr/>
            <p:nvPr/>
          </p:nvSpPr>
          <p:spPr>
            <a:xfrm>
              <a:off x="2996640" y="456588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7" name="Google Shape;1987;p47"/>
            <p:cNvSpPr/>
            <p:nvPr/>
          </p:nvSpPr>
          <p:spPr>
            <a:xfrm>
              <a:off x="2925360" y="456588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8" name="Google Shape;1988;p47"/>
            <p:cNvSpPr/>
            <p:nvPr/>
          </p:nvSpPr>
          <p:spPr>
            <a:xfrm>
              <a:off x="2569680" y="456588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9" name="Google Shape;1989;p47"/>
            <p:cNvSpPr/>
            <p:nvPr/>
          </p:nvSpPr>
          <p:spPr>
            <a:xfrm>
              <a:off x="2181960" y="4653720"/>
              <a:ext cx="117351" cy="41398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0" name="Google Shape;1990;p47"/>
            <p:cNvSpPr/>
            <p:nvPr/>
          </p:nvSpPr>
          <p:spPr>
            <a:xfrm>
              <a:off x="2250720" y="4594680"/>
              <a:ext cx="118081" cy="41398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875" lIns="91425" spcFirstLastPara="1" rIns="91425" wrap="square" tIns="20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1" name="Google Shape;1991;p47"/>
            <p:cNvSpPr/>
            <p:nvPr/>
          </p:nvSpPr>
          <p:spPr>
            <a:xfrm>
              <a:off x="3067920" y="456588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2" name="Google Shape;1992;p47"/>
            <p:cNvSpPr/>
            <p:nvPr/>
          </p:nvSpPr>
          <p:spPr>
            <a:xfrm>
              <a:off x="2146680" y="4683240"/>
              <a:ext cx="117351" cy="40680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3" name="Google Shape;1993;p47"/>
            <p:cNvSpPr/>
            <p:nvPr/>
          </p:nvSpPr>
          <p:spPr>
            <a:xfrm>
              <a:off x="2285640" y="456588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4" name="Google Shape;1994;p47"/>
            <p:cNvSpPr/>
            <p:nvPr/>
          </p:nvSpPr>
          <p:spPr>
            <a:xfrm>
              <a:off x="2427480" y="456588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5" name="Google Shape;1995;p47"/>
            <p:cNvSpPr/>
            <p:nvPr/>
          </p:nvSpPr>
          <p:spPr>
            <a:xfrm>
              <a:off x="2356200" y="4565880"/>
              <a:ext cx="118081" cy="4068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6" name="Google Shape;1996;p47"/>
            <p:cNvSpPr/>
            <p:nvPr/>
          </p:nvSpPr>
          <p:spPr>
            <a:xfrm>
              <a:off x="2499120" y="4565880"/>
              <a:ext cx="117351" cy="4068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7" name="Google Shape;1997;p47"/>
            <p:cNvSpPr/>
            <p:nvPr/>
          </p:nvSpPr>
          <p:spPr>
            <a:xfrm>
              <a:off x="3011400" y="4455360"/>
              <a:ext cx="434525" cy="50758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8" name="Google Shape;1998;p47"/>
            <p:cNvSpPr/>
            <p:nvPr/>
          </p:nvSpPr>
          <p:spPr>
            <a:xfrm>
              <a:off x="3008160" y="4449960"/>
              <a:ext cx="441385" cy="61924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9" name="Google Shape;1999;p47"/>
            <p:cNvSpPr/>
            <p:nvPr/>
          </p:nvSpPr>
          <p:spPr>
            <a:xfrm>
              <a:off x="3213720" y="4212000"/>
              <a:ext cx="67677" cy="272883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0" name="Google Shape;2000;p47"/>
            <p:cNvSpPr/>
            <p:nvPr/>
          </p:nvSpPr>
          <p:spPr>
            <a:xfrm>
              <a:off x="3208320" y="4205520"/>
              <a:ext cx="79201" cy="28478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1" name="Google Shape;2001;p47"/>
            <p:cNvSpPr/>
            <p:nvPr/>
          </p:nvSpPr>
          <p:spPr>
            <a:xfrm>
              <a:off x="3202920" y="4212000"/>
              <a:ext cx="89274" cy="197635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2" name="Google Shape;2002;p47"/>
            <p:cNvSpPr/>
            <p:nvPr/>
          </p:nvSpPr>
          <p:spPr>
            <a:xfrm>
              <a:off x="3197520" y="4205520"/>
              <a:ext cx="100795" cy="209878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3" name="Google Shape;2003;p47"/>
            <p:cNvSpPr/>
            <p:nvPr/>
          </p:nvSpPr>
          <p:spPr>
            <a:xfrm>
              <a:off x="2698920" y="3303000"/>
              <a:ext cx="1129704" cy="928851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4" name="Google Shape;2004;p47"/>
            <p:cNvSpPr/>
            <p:nvPr/>
          </p:nvSpPr>
          <p:spPr>
            <a:xfrm>
              <a:off x="2693160" y="3297240"/>
              <a:ext cx="1141135" cy="939914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5" name="Google Shape;2005;p47"/>
            <p:cNvSpPr/>
            <p:nvPr/>
          </p:nvSpPr>
          <p:spPr>
            <a:xfrm>
              <a:off x="2759040" y="3352320"/>
              <a:ext cx="1009039" cy="829448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6" name="Google Shape;2006;p47"/>
            <p:cNvSpPr/>
            <p:nvPr/>
          </p:nvSpPr>
          <p:spPr>
            <a:xfrm>
              <a:off x="2753640" y="3346920"/>
              <a:ext cx="1019807" cy="841018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7" name="Google Shape;2007;p47"/>
            <p:cNvSpPr/>
            <p:nvPr/>
          </p:nvSpPr>
          <p:spPr>
            <a:xfrm>
              <a:off x="2823120" y="3394800"/>
              <a:ext cx="353180" cy="233296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8" name="Google Shape;2008;p47"/>
            <p:cNvSpPr/>
            <p:nvPr/>
          </p:nvSpPr>
          <p:spPr>
            <a:xfrm>
              <a:off x="2823120" y="3645360"/>
              <a:ext cx="353180" cy="232568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9" name="Google Shape;2009;p47"/>
            <p:cNvSpPr/>
            <p:nvPr/>
          </p:nvSpPr>
          <p:spPr>
            <a:xfrm>
              <a:off x="2823120" y="3900600"/>
              <a:ext cx="353180" cy="233296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0" name="Google Shape;2010;p47"/>
            <p:cNvSpPr/>
            <p:nvPr/>
          </p:nvSpPr>
          <p:spPr>
            <a:xfrm>
              <a:off x="3222360" y="3394800"/>
              <a:ext cx="353143" cy="233296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1" name="Google Shape;2011;p47"/>
            <p:cNvSpPr/>
            <p:nvPr/>
          </p:nvSpPr>
          <p:spPr>
            <a:xfrm>
              <a:off x="3222360" y="3651120"/>
              <a:ext cx="353143" cy="233296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2" name="Google Shape;2012;p47"/>
            <p:cNvSpPr/>
            <p:nvPr/>
          </p:nvSpPr>
          <p:spPr>
            <a:xfrm>
              <a:off x="2448360" y="3101400"/>
              <a:ext cx="434525" cy="50758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3" name="Google Shape;2013;p47"/>
            <p:cNvSpPr/>
            <p:nvPr/>
          </p:nvSpPr>
          <p:spPr>
            <a:xfrm>
              <a:off x="2445120" y="3095640"/>
              <a:ext cx="442063" cy="61923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4" name="Google Shape;2014;p47"/>
            <p:cNvSpPr/>
            <p:nvPr/>
          </p:nvSpPr>
          <p:spPr>
            <a:xfrm>
              <a:off x="2650680" y="2857680"/>
              <a:ext cx="68404" cy="272883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5" name="Google Shape;2015;p47"/>
            <p:cNvSpPr/>
            <p:nvPr/>
          </p:nvSpPr>
          <p:spPr>
            <a:xfrm>
              <a:off x="2645280" y="2851560"/>
              <a:ext cx="79206" cy="28478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6" name="Google Shape;2016;p47"/>
            <p:cNvSpPr/>
            <p:nvPr/>
          </p:nvSpPr>
          <p:spPr>
            <a:xfrm>
              <a:off x="2639880" y="2857680"/>
              <a:ext cx="90005" cy="197635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7" name="Google Shape;2017;p47"/>
            <p:cNvSpPr/>
            <p:nvPr/>
          </p:nvSpPr>
          <p:spPr>
            <a:xfrm>
              <a:off x="2634480" y="2851560"/>
              <a:ext cx="100795" cy="210590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8" name="Google Shape;2018;p47"/>
            <p:cNvSpPr/>
            <p:nvPr/>
          </p:nvSpPr>
          <p:spPr>
            <a:xfrm>
              <a:off x="2135880" y="1948680"/>
              <a:ext cx="1129704" cy="92873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9" name="Google Shape;2019;p47"/>
            <p:cNvSpPr/>
            <p:nvPr/>
          </p:nvSpPr>
          <p:spPr>
            <a:xfrm>
              <a:off x="2130840" y="1942920"/>
              <a:ext cx="1140473" cy="939897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0" name="Google Shape;2020;p47"/>
            <p:cNvSpPr/>
            <p:nvPr/>
          </p:nvSpPr>
          <p:spPr>
            <a:xfrm>
              <a:off x="2196720" y="1998360"/>
              <a:ext cx="1008361" cy="82946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1" name="Google Shape;2021;p47"/>
            <p:cNvSpPr/>
            <p:nvPr/>
          </p:nvSpPr>
          <p:spPr>
            <a:xfrm>
              <a:off x="2190600" y="1992600"/>
              <a:ext cx="1020639" cy="841018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2" name="Google Shape;2022;p47"/>
            <p:cNvSpPr/>
            <p:nvPr/>
          </p:nvSpPr>
          <p:spPr>
            <a:xfrm>
              <a:off x="2270160" y="2085120"/>
              <a:ext cx="421940" cy="203406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3" name="Google Shape;2023;p47"/>
            <p:cNvSpPr/>
            <p:nvPr/>
          </p:nvSpPr>
          <p:spPr>
            <a:xfrm>
              <a:off x="2328840" y="2410560"/>
              <a:ext cx="693340" cy="80284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4" name="Google Shape;2024;p47"/>
            <p:cNvSpPr/>
            <p:nvPr/>
          </p:nvSpPr>
          <p:spPr>
            <a:xfrm>
              <a:off x="2328840" y="2480760"/>
              <a:ext cx="693340" cy="80284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5" name="Google Shape;2025;p47"/>
            <p:cNvSpPr/>
            <p:nvPr/>
          </p:nvSpPr>
          <p:spPr>
            <a:xfrm>
              <a:off x="2328840" y="2638440"/>
              <a:ext cx="693340" cy="79557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9950" lIns="91425" spcFirstLastPara="1" rIns="91425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6" name="Google Shape;2026;p47"/>
            <p:cNvSpPr/>
            <p:nvPr/>
          </p:nvSpPr>
          <p:spPr>
            <a:xfrm>
              <a:off x="2328840" y="2567880"/>
              <a:ext cx="693340" cy="80278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7" name="Google Shape;2027;p47"/>
            <p:cNvSpPr/>
            <p:nvPr/>
          </p:nvSpPr>
          <p:spPr>
            <a:xfrm>
              <a:off x="3033720" y="2369520"/>
              <a:ext cx="63718" cy="67677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8" name="Google Shape;2028;p47"/>
            <p:cNvSpPr/>
            <p:nvPr/>
          </p:nvSpPr>
          <p:spPr>
            <a:xfrm>
              <a:off x="3033720" y="2453040"/>
              <a:ext cx="63718" cy="66965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9" name="Google Shape;2029;p47"/>
            <p:cNvSpPr/>
            <p:nvPr/>
          </p:nvSpPr>
          <p:spPr>
            <a:xfrm>
              <a:off x="3033720" y="2595960"/>
              <a:ext cx="63718" cy="66957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0" name="Google Shape;2030;p47"/>
            <p:cNvSpPr/>
            <p:nvPr/>
          </p:nvSpPr>
          <p:spPr>
            <a:xfrm>
              <a:off x="3033720" y="2678760"/>
              <a:ext cx="63718" cy="67677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1" name="Google Shape;2031;p47"/>
            <p:cNvSpPr/>
            <p:nvPr/>
          </p:nvSpPr>
          <p:spPr>
            <a:xfrm>
              <a:off x="2251800" y="2369520"/>
              <a:ext cx="63716" cy="67677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2" name="Google Shape;2032;p47"/>
            <p:cNvSpPr/>
            <p:nvPr/>
          </p:nvSpPr>
          <p:spPr>
            <a:xfrm>
              <a:off x="2251800" y="2453040"/>
              <a:ext cx="63716" cy="66965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3" name="Google Shape;2033;p47"/>
            <p:cNvSpPr/>
            <p:nvPr/>
          </p:nvSpPr>
          <p:spPr>
            <a:xfrm>
              <a:off x="2251800" y="2595960"/>
              <a:ext cx="63716" cy="66957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475" lIns="91425" spcFirstLastPara="1" rIns="91425" wrap="square" tIns="33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4" name="Google Shape;2034;p47"/>
            <p:cNvSpPr/>
            <p:nvPr/>
          </p:nvSpPr>
          <p:spPr>
            <a:xfrm>
              <a:off x="2251800" y="2678760"/>
              <a:ext cx="63716" cy="67677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25" lIns="91425" spcFirstLastPara="1" rIns="91425" wrap="square" tIns="33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5" name="Google Shape;2035;p47"/>
            <p:cNvSpPr/>
            <p:nvPr/>
          </p:nvSpPr>
          <p:spPr>
            <a:xfrm>
              <a:off x="2745360" y="2073240"/>
              <a:ext cx="353143" cy="233296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6" name="Google Shape;2036;p47"/>
            <p:cNvSpPr/>
            <p:nvPr/>
          </p:nvSpPr>
          <p:spPr>
            <a:xfrm>
              <a:off x="1688400" y="4455360"/>
              <a:ext cx="434525" cy="50758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5550" lIns="91425" spcFirstLastPara="1" rIns="91425" wrap="square" tIns="25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7" name="Google Shape;2037;p47"/>
            <p:cNvSpPr/>
            <p:nvPr/>
          </p:nvSpPr>
          <p:spPr>
            <a:xfrm>
              <a:off x="1684800" y="4449960"/>
              <a:ext cx="441334" cy="61924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30950" lIns="91425" spcFirstLastPara="1" rIns="91425" wrap="square" tIns="3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8" name="Google Shape;2038;p47"/>
            <p:cNvSpPr/>
            <p:nvPr/>
          </p:nvSpPr>
          <p:spPr>
            <a:xfrm>
              <a:off x="1890360" y="4212000"/>
              <a:ext cx="67677" cy="272883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9" name="Google Shape;2039;p47"/>
            <p:cNvSpPr/>
            <p:nvPr/>
          </p:nvSpPr>
          <p:spPr>
            <a:xfrm>
              <a:off x="1884960" y="4205520"/>
              <a:ext cx="79206" cy="28478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0" name="Google Shape;2040;p47"/>
            <p:cNvSpPr/>
            <p:nvPr/>
          </p:nvSpPr>
          <p:spPr>
            <a:xfrm>
              <a:off x="1879560" y="4212000"/>
              <a:ext cx="89277" cy="197635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1" name="Google Shape;2041;p47"/>
            <p:cNvSpPr/>
            <p:nvPr/>
          </p:nvSpPr>
          <p:spPr>
            <a:xfrm>
              <a:off x="1874160" y="4205520"/>
              <a:ext cx="100795" cy="209878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2" name="Google Shape;2042;p47"/>
            <p:cNvSpPr/>
            <p:nvPr/>
          </p:nvSpPr>
          <p:spPr>
            <a:xfrm>
              <a:off x="1375920" y="3303000"/>
              <a:ext cx="1129704" cy="928851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3" name="Google Shape;2043;p47"/>
            <p:cNvSpPr/>
            <p:nvPr/>
          </p:nvSpPr>
          <p:spPr>
            <a:xfrm>
              <a:off x="1369800" y="3297240"/>
              <a:ext cx="1141151" cy="939914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4" name="Google Shape;2044;p47"/>
            <p:cNvSpPr/>
            <p:nvPr/>
          </p:nvSpPr>
          <p:spPr>
            <a:xfrm>
              <a:off x="1435680" y="3352320"/>
              <a:ext cx="1009023" cy="829448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5" name="Google Shape;2045;p47"/>
            <p:cNvSpPr/>
            <p:nvPr/>
          </p:nvSpPr>
          <p:spPr>
            <a:xfrm>
              <a:off x="1430280" y="3346920"/>
              <a:ext cx="1019807" cy="841018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6" name="Google Shape;2046;p47"/>
            <p:cNvSpPr/>
            <p:nvPr/>
          </p:nvSpPr>
          <p:spPr>
            <a:xfrm>
              <a:off x="1627560" y="3394800"/>
              <a:ext cx="353143" cy="233296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7" name="Google Shape;2047;p47"/>
            <p:cNvSpPr/>
            <p:nvPr/>
          </p:nvSpPr>
          <p:spPr>
            <a:xfrm>
              <a:off x="1627560" y="3645360"/>
              <a:ext cx="353143" cy="232568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8" name="Google Shape;2048;p47"/>
            <p:cNvSpPr/>
            <p:nvPr/>
          </p:nvSpPr>
          <p:spPr>
            <a:xfrm>
              <a:off x="1627560" y="3900600"/>
              <a:ext cx="353143" cy="233296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rgbClr val="77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9" name="Google Shape;2049;p47"/>
            <p:cNvSpPr/>
            <p:nvPr/>
          </p:nvSpPr>
          <p:spPr>
            <a:xfrm>
              <a:off x="1622160" y="3895200"/>
              <a:ext cx="364674" cy="244446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0" name="Google Shape;2050;p47"/>
            <p:cNvSpPr/>
            <p:nvPr/>
          </p:nvSpPr>
          <p:spPr>
            <a:xfrm>
              <a:off x="2026800" y="3394800"/>
              <a:ext cx="353143" cy="233296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1" name="Google Shape;2051;p47"/>
            <p:cNvSpPr/>
            <p:nvPr/>
          </p:nvSpPr>
          <p:spPr>
            <a:xfrm>
              <a:off x="2026800" y="3651120"/>
              <a:ext cx="353143" cy="233296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2" name="Google Shape;2052;p47"/>
            <p:cNvSpPr/>
            <p:nvPr/>
          </p:nvSpPr>
          <p:spPr>
            <a:xfrm>
              <a:off x="1940040" y="2957760"/>
              <a:ext cx="89274" cy="173171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6750" lIns="91425" spcFirstLastPara="1" rIns="91425" wrap="square" tIns="86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3" name="Google Shape;2053;p47"/>
            <p:cNvSpPr/>
            <p:nvPr/>
          </p:nvSpPr>
          <p:spPr>
            <a:xfrm>
              <a:off x="1422360" y="2669400"/>
              <a:ext cx="573508" cy="777591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4" name="Google Shape;2054;p47"/>
            <p:cNvSpPr/>
            <p:nvPr/>
          </p:nvSpPr>
          <p:spPr>
            <a:xfrm>
              <a:off x="1449000" y="2692440"/>
              <a:ext cx="419071" cy="693697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5" name="Google Shape;2055;p47"/>
            <p:cNvSpPr/>
            <p:nvPr/>
          </p:nvSpPr>
          <p:spPr>
            <a:xfrm>
              <a:off x="1785240" y="2770200"/>
              <a:ext cx="200866" cy="122766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61550" lIns="91425" spcFirstLastPara="1" rIns="91425" wrap="square" tIns="61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6" name="Google Shape;2056;p47"/>
            <p:cNvSpPr/>
            <p:nvPr/>
          </p:nvSpPr>
          <p:spPr>
            <a:xfrm>
              <a:off x="1416960" y="2663280"/>
              <a:ext cx="580671" cy="789851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7" name="Google Shape;2057;p47"/>
            <p:cNvSpPr/>
            <p:nvPr/>
          </p:nvSpPr>
          <p:spPr>
            <a:xfrm>
              <a:off x="1439640" y="2552400"/>
              <a:ext cx="687948" cy="627853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8" name="Google Shape;2058;p47"/>
            <p:cNvSpPr/>
            <p:nvPr/>
          </p:nvSpPr>
          <p:spPr>
            <a:xfrm>
              <a:off x="1451880" y="2546640"/>
              <a:ext cx="659482" cy="639353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9" name="Google Shape;2059;p47"/>
            <p:cNvSpPr/>
            <p:nvPr/>
          </p:nvSpPr>
          <p:spPr>
            <a:xfrm>
              <a:off x="1551600" y="3013920"/>
              <a:ext cx="38879" cy="35999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0" name="Google Shape;2060;p47"/>
            <p:cNvSpPr/>
            <p:nvPr/>
          </p:nvSpPr>
          <p:spPr>
            <a:xfrm>
              <a:off x="1608120" y="2719080"/>
              <a:ext cx="481297" cy="241912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1" name="Google Shape;2061;p47"/>
            <p:cNvSpPr/>
            <p:nvPr/>
          </p:nvSpPr>
          <p:spPr>
            <a:xfrm>
              <a:off x="1598760" y="2832840"/>
              <a:ext cx="236897" cy="277928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2" name="Google Shape;2062;p47"/>
            <p:cNvSpPr/>
            <p:nvPr/>
          </p:nvSpPr>
          <p:spPr>
            <a:xfrm>
              <a:off x="1703160" y="2985120"/>
              <a:ext cx="322204" cy="45718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3025" lIns="91425" spcFirstLastPara="1" rIns="91425" wrap="square" tIns="23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3" name="Google Shape;2063;p47"/>
            <p:cNvSpPr/>
            <p:nvPr/>
          </p:nvSpPr>
          <p:spPr>
            <a:xfrm>
              <a:off x="1650600" y="2927520"/>
              <a:ext cx="106208" cy="218160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4" name="Google Shape;2064;p47"/>
            <p:cNvSpPr/>
            <p:nvPr/>
          </p:nvSpPr>
          <p:spPr>
            <a:xfrm>
              <a:off x="1649880" y="2921400"/>
              <a:ext cx="107993" cy="230399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5" name="Google Shape;2065;p47"/>
            <p:cNvSpPr/>
            <p:nvPr/>
          </p:nvSpPr>
          <p:spPr>
            <a:xfrm>
              <a:off x="889560" y="4812840"/>
              <a:ext cx="1654829" cy="323637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6" name="Google Shape;2066;p47"/>
            <p:cNvSpPr/>
            <p:nvPr/>
          </p:nvSpPr>
          <p:spPr>
            <a:xfrm>
              <a:off x="884160" y="4807080"/>
              <a:ext cx="1666512" cy="335893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7" name="Google Shape;2067;p47"/>
            <p:cNvSpPr/>
            <p:nvPr/>
          </p:nvSpPr>
          <p:spPr>
            <a:xfrm>
              <a:off x="897480" y="3344760"/>
              <a:ext cx="930276" cy="162788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8" name="Google Shape;2068;p47"/>
            <p:cNvSpPr/>
            <p:nvPr/>
          </p:nvSpPr>
          <p:spPr>
            <a:xfrm>
              <a:off x="919800" y="3372120"/>
              <a:ext cx="836583" cy="1594549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4777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9" name="Google Shape;2069;p47"/>
            <p:cNvSpPr/>
            <p:nvPr/>
          </p:nvSpPr>
          <p:spPr>
            <a:xfrm>
              <a:off x="1204200" y="3812400"/>
              <a:ext cx="124924" cy="343437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0" name="Google Shape;2070;p47"/>
            <p:cNvSpPr/>
            <p:nvPr/>
          </p:nvSpPr>
          <p:spPr>
            <a:xfrm>
              <a:off x="1482840" y="4151520"/>
              <a:ext cx="131757" cy="140402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0200" lIns="91425" spcFirstLastPara="1" rIns="91425" wrap="square" tIns="70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1" name="Google Shape;2071;p47"/>
            <p:cNvSpPr/>
            <p:nvPr/>
          </p:nvSpPr>
          <p:spPr>
            <a:xfrm>
              <a:off x="1402560" y="4298040"/>
              <a:ext cx="221746" cy="34918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7625" lIns="91425" spcFirstLastPara="1" rIns="91425" wrap="square" tIns="1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2" name="Google Shape;2072;p47"/>
            <p:cNvSpPr/>
            <p:nvPr/>
          </p:nvSpPr>
          <p:spPr>
            <a:xfrm>
              <a:off x="1369800" y="4730760"/>
              <a:ext cx="318219" cy="245522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3" name="Google Shape;2073;p47"/>
            <p:cNvSpPr/>
            <p:nvPr/>
          </p:nvSpPr>
          <p:spPr>
            <a:xfrm>
              <a:off x="908280" y="3338640"/>
              <a:ext cx="916951" cy="1640108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4" name="Google Shape;2074;p47"/>
            <p:cNvSpPr/>
            <p:nvPr/>
          </p:nvSpPr>
          <p:spPr>
            <a:xfrm>
              <a:off x="1320480" y="3265560"/>
              <a:ext cx="479151" cy="327251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5" name="Google Shape;2075;p47"/>
            <p:cNvSpPr/>
            <p:nvPr/>
          </p:nvSpPr>
          <p:spPr>
            <a:xfrm>
              <a:off x="1320480" y="3265560"/>
              <a:ext cx="351698" cy="218873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6" name="Google Shape;2076;p47"/>
            <p:cNvSpPr/>
            <p:nvPr/>
          </p:nvSpPr>
          <p:spPr>
            <a:xfrm>
              <a:off x="1314360" y="3259800"/>
              <a:ext cx="491403" cy="339097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7" name="Google Shape;2077;p47"/>
            <p:cNvSpPr/>
            <p:nvPr/>
          </p:nvSpPr>
          <p:spPr>
            <a:xfrm>
              <a:off x="2395440" y="4354560"/>
              <a:ext cx="444959" cy="326898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8" name="Google Shape;2078;p47"/>
            <p:cNvSpPr/>
            <p:nvPr/>
          </p:nvSpPr>
          <p:spPr>
            <a:xfrm>
              <a:off x="2390040" y="4349160"/>
              <a:ext cx="446029" cy="337673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9" name="Google Shape;2079;p47"/>
            <p:cNvSpPr/>
            <p:nvPr/>
          </p:nvSpPr>
          <p:spPr>
            <a:xfrm>
              <a:off x="2625480" y="4393080"/>
              <a:ext cx="140408" cy="70561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35275" lIns="91425" spcFirstLastPara="1" rIns="91425" wrap="square" tIns="35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0" name="Google Shape;2080;p47"/>
            <p:cNvSpPr/>
            <p:nvPr/>
          </p:nvSpPr>
          <p:spPr>
            <a:xfrm>
              <a:off x="2558160" y="4397400"/>
              <a:ext cx="51484" cy="38522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19425" lIns="91425" spcFirstLastPara="1" rIns="91425" wrap="square" tIns="1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1" name="Google Shape;2081;p47"/>
            <p:cNvSpPr/>
            <p:nvPr/>
          </p:nvSpPr>
          <p:spPr>
            <a:xfrm>
              <a:off x="1913040" y="4345920"/>
              <a:ext cx="390580" cy="248386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2" name="Google Shape;2082;p47"/>
            <p:cNvSpPr/>
            <p:nvPr/>
          </p:nvSpPr>
          <p:spPr>
            <a:xfrm>
              <a:off x="1915920" y="4340160"/>
              <a:ext cx="383405" cy="259926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3" name="Google Shape;2083;p47"/>
            <p:cNvSpPr/>
            <p:nvPr/>
          </p:nvSpPr>
          <p:spPr>
            <a:xfrm>
              <a:off x="2120040" y="4376880"/>
              <a:ext cx="73077" cy="47883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4" name="Google Shape;2084;p47"/>
            <p:cNvSpPr/>
            <p:nvPr/>
          </p:nvSpPr>
          <p:spPr>
            <a:xfrm>
              <a:off x="2065320" y="4358520"/>
              <a:ext cx="56156" cy="432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5" name="Google Shape;2085;p47"/>
            <p:cNvSpPr/>
            <p:nvPr/>
          </p:nvSpPr>
          <p:spPr>
            <a:xfrm>
              <a:off x="1517760" y="3611520"/>
              <a:ext cx="1005139" cy="1428219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6" name="Google Shape;2086;p47"/>
            <p:cNvSpPr/>
            <p:nvPr/>
          </p:nvSpPr>
          <p:spPr>
            <a:xfrm>
              <a:off x="1530000" y="3647520"/>
              <a:ext cx="986446" cy="1392217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4777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7" name="Google Shape;2087;p47"/>
            <p:cNvSpPr/>
            <p:nvPr/>
          </p:nvSpPr>
          <p:spPr>
            <a:xfrm>
              <a:off x="1524600" y="3605400"/>
              <a:ext cx="994370" cy="144026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8" name="Google Shape;2088;p47"/>
            <p:cNvSpPr/>
            <p:nvPr/>
          </p:nvSpPr>
          <p:spPr>
            <a:xfrm>
              <a:off x="2356920" y="4566240"/>
              <a:ext cx="115552" cy="161998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1000" lIns="91425" spcFirstLastPara="1" rIns="91425" wrap="square" tIns="81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9" name="Google Shape;2089;p47"/>
            <p:cNvSpPr/>
            <p:nvPr/>
          </p:nvSpPr>
          <p:spPr>
            <a:xfrm>
              <a:off x="485640" y="3294000"/>
              <a:ext cx="868350" cy="1842124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0" name="Google Shape;2090;p47"/>
            <p:cNvSpPr/>
            <p:nvPr/>
          </p:nvSpPr>
          <p:spPr>
            <a:xfrm>
              <a:off x="479520" y="3288600"/>
              <a:ext cx="880590" cy="185389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1" name="Google Shape;2091;p47"/>
            <p:cNvSpPr/>
            <p:nvPr/>
          </p:nvSpPr>
          <p:spPr>
            <a:xfrm>
              <a:off x="154080" y="3270600"/>
              <a:ext cx="1149902" cy="1865760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2" name="Google Shape;2092;p47"/>
            <p:cNvSpPr/>
            <p:nvPr/>
          </p:nvSpPr>
          <p:spPr>
            <a:xfrm>
              <a:off x="150840" y="3264840"/>
              <a:ext cx="1158462" cy="1878214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3" name="Google Shape;2093;p47"/>
            <p:cNvSpPr/>
            <p:nvPr/>
          </p:nvSpPr>
          <p:spPr>
            <a:xfrm>
              <a:off x="519120" y="5136840"/>
              <a:ext cx="4047353" cy="360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50" lIns="91425" spcFirstLastPara="1" rIns="91425" wrap="square" tIns="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4" name="Google Shape;2094;p47"/>
            <p:cNvSpPr/>
            <p:nvPr/>
          </p:nvSpPr>
          <p:spPr>
            <a:xfrm>
              <a:off x="513000" y="5131080"/>
              <a:ext cx="4058191" cy="11519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750" lIns="91425" spcFirstLastPara="1" rIns="91425" wrap="square" tIns="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95" name="Google Shape;2095;p47"/>
          <p:cNvSpPr txBox="1"/>
          <p:nvPr>
            <p:ph type="title"/>
          </p:nvPr>
        </p:nvSpPr>
        <p:spPr>
          <a:xfrm>
            <a:off x="5327000" y="1506600"/>
            <a:ext cx="3331200" cy="21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Fjalla One"/>
              <a:buNone/>
            </a:pPr>
            <a:r>
              <a:rPr lang="en-US" sz="60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DEMO</a:t>
            </a:r>
            <a:endParaRPr b="0" sz="60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0" name="Google Shape;2100;p48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2101" name="Google Shape;2101;p48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2" name="Google Shape;2102;p48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4949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103" name="Google Shape;2103;p48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2104" name="Google Shape;2104;p48"/>
            <p:cNvSpPr/>
            <p:nvPr/>
          </p:nvSpPr>
          <p:spPr>
            <a:xfrm>
              <a:off x="4276440" y="1073520"/>
              <a:ext cx="591120" cy="587880"/>
            </a:xfrm>
            <a:custGeom>
              <a:rect b="b" l="l" r="r" t="t"/>
              <a:pathLst>
                <a:path extrusionOk="0" h="208413" w="20955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5" name="Google Shape;2105;p48"/>
            <p:cNvSpPr/>
            <p:nvPr/>
          </p:nvSpPr>
          <p:spPr>
            <a:xfrm>
              <a:off x="4616640" y="1189440"/>
              <a:ext cx="156600" cy="156600"/>
            </a:xfrm>
            <a:custGeom>
              <a:rect b="b" l="l" r="r" t="t"/>
              <a:pathLst>
                <a:path extrusionOk="0" h="55572" w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475" lIns="91425" spcFirstLastPara="1" rIns="91425" wrap="square" tIns="78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6" name="Google Shape;2106;p48"/>
            <p:cNvSpPr/>
            <p:nvPr/>
          </p:nvSpPr>
          <p:spPr>
            <a:xfrm>
              <a:off x="4563360" y="1504800"/>
              <a:ext cx="19080" cy="29160"/>
            </a:xfrm>
            <a:custGeom>
              <a:rect b="b" l="l" r="r" t="t"/>
              <a:pathLst>
                <a:path extrusionOk="0" h="10420" w="6947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7" name="Google Shape;2107;p48"/>
            <p:cNvSpPr/>
            <p:nvPr/>
          </p:nvSpPr>
          <p:spPr>
            <a:xfrm>
              <a:off x="4416480" y="1182960"/>
              <a:ext cx="165960" cy="302040"/>
            </a:xfrm>
            <a:custGeom>
              <a:rect b="b" l="l" r="r" t="t"/>
              <a:pathLst>
                <a:path extrusionOk="0" h="107188" w="58949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8" name="Google Shape;2108;p48"/>
            <p:cNvSpPr/>
            <p:nvPr/>
          </p:nvSpPr>
          <p:spPr>
            <a:xfrm>
              <a:off x="4759200" y="1436400"/>
              <a:ext cx="68400" cy="19080"/>
            </a:xfrm>
            <a:custGeom>
              <a:rect b="b" l="l" r="r" t="t"/>
              <a:pathLst>
                <a:path extrusionOk="0" h="6948" w="24313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700" lIns="91425" spcFirstLastPara="1" rIns="91425" wrap="square" tIns="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9" name="Google Shape;2109;p48"/>
            <p:cNvSpPr/>
            <p:nvPr/>
          </p:nvSpPr>
          <p:spPr>
            <a:xfrm>
              <a:off x="4743360" y="1487520"/>
              <a:ext cx="70920" cy="63720"/>
            </a:xfrm>
            <a:custGeom>
              <a:rect b="b" l="l" r="r" t="t"/>
              <a:pathLst>
                <a:path extrusionOk="0" h="22674" w="25278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2025" lIns="91425" spcFirstLastPara="1" rIns="91425" wrap="square" tIns="32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0" name="Google Shape;2110;p48"/>
            <p:cNvSpPr/>
            <p:nvPr/>
          </p:nvSpPr>
          <p:spPr>
            <a:xfrm>
              <a:off x="4700520" y="1514880"/>
              <a:ext cx="19080" cy="68400"/>
            </a:xfrm>
            <a:custGeom>
              <a:rect b="b" l="l" r="r" t="t"/>
              <a:pathLst>
                <a:path extrusionOk="0" h="24313" w="6947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00" lIns="91425" spcFirstLastPara="1" rIns="91425" wrap="square" tIns="34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1" name="Google Shape;2111;p48"/>
            <p:cNvSpPr/>
            <p:nvPr/>
          </p:nvSpPr>
          <p:spPr>
            <a:xfrm>
              <a:off x="4286520" y="1221120"/>
              <a:ext cx="82800" cy="38160"/>
            </a:xfrm>
            <a:custGeom>
              <a:rect b="b" l="l" r="r" t="t"/>
              <a:pathLst>
                <a:path extrusionOk="0" h="13701" w="29427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9075" lIns="91425" spcFirstLastPara="1" rIns="91425" wrap="square" tIns="19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2" name="Google Shape;2112;p48"/>
            <p:cNvSpPr/>
            <p:nvPr/>
          </p:nvSpPr>
          <p:spPr>
            <a:xfrm>
              <a:off x="4303080" y="1124640"/>
              <a:ext cx="79560" cy="64440"/>
            </a:xfrm>
            <a:custGeom>
              <a:rect b="b" l="l" r="r" t="t"/>
              <a:pathLst>
                <a:path extrusionOk="0" h="22963" w="28269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2400" lIns="91425" spcFirstLastPara="1" rIns="91425" wrap="square" tIns="32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3" name="Google Shape;2113;p48"/>
            <p:cNvSpPr/>
            <p:nvPr/>
          </p:nvSpPr>
          <p:spPr>
            <a:xfrm>
              <a:off x="4386960" y="1071000"/>
              <a:ext cx="38520" cy="82800"/>
            </a:xfrm>
            <a:custGeom>
              <a:rect b="b" l="l" r="r" t="t"/>
              <a:pathLst>
                <a:path extrusionOk="0" h="29523" w="13797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400" lIns="91425" spcFirstLastPara="1" rIns="91425" wrap="square" tIns="4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14" name="Google Shape;2114;p48"/>
          <p:cNvSpPr txBox="1"/>
          <p:nvPr>
            <p:ph type="title"/>
          </p:nvPr>
        </p:nvSpPr>
        <p:spPr>
          <a:xfrm>
            <a:off x="1795463" y="2592781"/>
            <a:ext cx="5552700" cy="21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</a:pPr>
            <a:r>
              <a:rPr lang="en-US" sz="47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THANK YOU!!!</a:t>
            </a:r>
            <a:endParaRPr sz="47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</a:pPr>
            <a:r>
              <a:rPr lang="en-US" sz="470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Any Questions?</a:t>
            </a:r>
            <a:endParaRPr sz="470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